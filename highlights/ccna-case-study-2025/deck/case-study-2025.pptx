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embeddings/Microsoft_Visio_Drawing.vsdx" ContentType="application/vnd.ms-visio.drawing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3.svg" ContentType="image/svg+xml"/>
  <Override PartName="/ppt/media/image25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media/image9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52"/>
  </p:notesMasterIdLst>
  <p:handoutMasterIdLst>
    <p:handoutMasterId r:id="rId53"/>
  </p:handoutMasterIdLst>
  <p:sldIdLst>
    <p:sldId id="314" r:id="rId5"/>
    <p:sldId id="344" r:id="rId6"/>
    <p:sldId id="376" r:id="rId7"/>
    <p:sldId id="354" r:id="rId8"/>
    <p:sldId id="333" r:id="rId9"/>
    <p:sldId id="335" r:id="rId10"/>
    <p:sldId id="339" r:id="rId11"/>
    <p:sldId id="340" r:id="rId12"/>
    <p:sldId id="341" r:id="rId13"/>
    <p:sldId id="342" r:id="rId14"/>
    <p:sldId id="377" r:id="rId15"/>
    <p:sldId id="338" r:id="rId16"/>
    <p:sldId id="366" r:id="rId17"/>
    <p:sldId id="378" r:id="rId18"/>
    <p:sldId id="369" r:id="rId19"/>
    <p:sldId id="381" r:id="rId20"/>
    <p:sldId id="370" r:id="rId21"/>
    <p:sldId id="352" r:id="rId22"/>
    <p:sldId id="375" r:id="rId23"/>
    <p:sldId id="337" r:id="rId24"/>
    <p:sldId id="379" r:id="rId25"/>
    <p:sldId id="343" r:id="rId26"/>
    <p:sldId id="334" r:id="rId27"/>
    <p:sldId id="353" r:id="rId28"/>
    <p:sldId id="380" r:id="rId29"/>
    <p:sldId id="350" r:id="rId30"/>
    <p:sldId id="372" r:id="rId31"/>
    <p:sldId id="367" r:id="rId32"/>
    <p:sldId id="368" r:id="rId33"/>
    <p:sldId id="351" r:id="rId34"/>
    <p:sldId id="345" r:id="rId35"/>
    <p:sldId id="382" r:id="rId36"/>
    <p:sldId id="355" r:id="rId37"/>
    <p:sldId id="357" r:id="rId38"/>
    <p:sldId id="358" r:id="rId39"/>
    <p:sldId id="359" r:id="rId40"/>
    <p:sldId id="360" r:id="rId41"/>
    <p:sldId id="361" r:id="rId42"/>
    <p:sldId id="362" r:id="rId43"/>
    <p:sldId id="363" r:id="rId44"/>
    <p:sldId id="364" r:id="rId45"/>
    <p:sldId id="365" r:id="rId46"/>
    <p:sldId id="373" r:id="rId47"/>
    <p:sldId id="371" r:id="rId48"/>
    <p:sldId id="374" r:id="rId49"/>
    <p:sldId id="336" r:id="rId50"/>
    <p:sldId id="309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A1167F-335B-E697-C719-F41D658B7DC2}" v="317" dt="2025-04-29T00:19:20.8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4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12" y="12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notesMaster" Target="notesMasters/notesMaster1.xml"/><Relationship Id="rId53" Type="http://schemas.openxmlformats.org/officeDocument/2006/relationships/handoutMaster" Target="handoutMasters/handoutMaster1.xml"/><Relationship Id="rId54" Type="http://schemas.openxmlformats.org/officeDocument/2006/relationships/commentAuthors" Target="commentAuthors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59" Type="http://schemas.microsoft.com/office/2016/11/relationships/changesInfo" Target="changesInfos/changesInfo1.xml"/><Relationship Id="rId60" Type="http://schemas.microsoft.com/office/2015/10/relationships/revisionInfo" Target="revisionInfo.xml"/><Relationship Id="rId6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REN HUYNH" userId="S::dhuynh279@mustangs.deltacollege.edu::6e8ef5a3-942c-4c44-a0fb-93a53cb68621" providerId="AD" clId="Web-{761CBC84-F633-950C-E86C-492D45B10EBD}"/>
    <pc:docChg chg="modSld">
      <pc:chgData name="DARREN HUYNH" userId="S::dhuynh279@mustangs.deltacollege.edu::6e8ef5a3-942c-4c44-a0fb-93a53cb68621" providerId="AD" clId="Web-{761CBC84-F633-950C-E86C-492D45B10EBD}" dt="2025-02-27T03:16:19.762" v="1050"/>
      <pc:docMkLst>
        <pc:docMk/>
      </pc:docMkLst>
      <pc:sldChg chg="modSp">
        <pc:chgData name="DARREN HUYNH" userId="S::dhuynh279@mustangs.deltacollege.edu::6e8ef5a3-942c-4c44-a0fb-93a53cb68621" providerId="AD" clId="Web-{761CBC84-F633-950C-E86C-492D45B10EBD}" dt="2025-02-27T03:13:37.944" v="183"/>
        <pc:sldMkLst>
          <pc:docMk/>
          <pc:sldMk cId="2254593778" sldId="326"/>
        </pc:sldMkLst>
        <pc:graphicFrameChg chg="mod modGraphic">
          <ac:chgData name="DARREN HUYNH" userId="S::dhuynh279@mustangs.deltacollege.edu::6e8ef5a3-942c-4c44-a0fb-93a53cb68621" providerId="AD" clId="Web-{761CBC84-F633-950C-E86C-492D45B10EBD}" dt="2025-02-27T03:13:37.944" v="183"/>
          <ac:graphicFrameMkLst>
            <pc:docMk/>
            <pc:sldMk cId="2254593778" sldId="326"/>
            <ac:graphicFrameMk id="5" creationId="{033D19B3-4FAA-3DD4-62B9-6D0C9E64B27D}"/>
          </ac:graphicFrameMkLst>
        </pc:graphicFrameChg>
      </pc:sldChg>
      <pc:sldChg chg="modSp">
        <pc:chgData name="DARREN HUYNH" userId="S::dhuynh279@mustangs.deltacollege.edu::6e8ef5a3-942c-4c44-a0fb-93a53cb68621" providerId="AD" clId="Web-{761CBC84-F633-950C-E86C-492D45B10EBD}" dt="2025-02-27T03:15:38.120" v="521" actId="1076"/>
        <pc:sldMkLst>
          <pc:docMk/>
          <pc:sldMk cId="717160567" sldId="330"/>
        </pc:sldMkLst>
        <pc:graphicFrameChg chg="mod modGraphic">
          <ac:chgData name="DARREN HUYNH" userId="S::dhuynh279@mustangs.deltacollege.edu::6e8ef5a3-942c-4c44-a0fb-93a53cb68621" providerId="AD" clId="Web-{761CBC84-F633-950C-E86C-492D45B10EBD}" dt="2025-02-27T03:15:38.120" v="521" actId="1076"/>
          <ac:graphicFrameMkLst>
            <pc:docMk/>
            <pc:sldMk cId="717160567" sldId="330"/>
            <ac:graphicFrameMk id="12" creationId="{5CD204D6-8E78-7079-A8EE-DDAE3E7FD41C}"/>
          </ac:graphicFrameMkLst>
        </pc:graphicFrameChg>
      </pc:sldChg>
      <pc:sldChg chg="modSp">
        <pc:chgData name="DARREN HUYNH" userId="S::dhuynh279@mustangs.deltacollege.edu::6e8ef5a3-942c-4c44-a0fb-93a53cb68621" providerId="AD" clId="Web-{761CBC84-F633-950C-E86C-492D45B10EBD}" dt="2025-02-27T03:15:13.369" v="323"/>
        <pc:sldMkLst>
          <pc:docMk/>
          <pc:sldMk cId="12154250" sldId="331"/>
        </pc:sldMkLst>
        <pc:graphicFrameChg chg="mod modGraphic">
          <ac:chgData name="DARREN HUYNH" userId="S::dhuynh279@mustangs.deltacollege.edu::6e8ef5a3-942c-4c44-a0fb-93a53cb68621" providerId="AD" clId="Web-{761CBC84-F633-950C-E86C-492D45B10EBD}" dt="2025-02-27T03:15:13.369" v="323"/>
          <ac:graphicFrameMkLst>
            <pc:docMk/>
            <pc:sldMk cId="12154250" sldId="331"/>
            <ac:graphicFrameMk id="6" creationId="{A4E8F71D-6E64-0968-2F26-EBE16BDE2B4C}"/>
          </ac:graphicFrameMkLst>
        </pc:graphicFrameChg>
      </pc:sldChg>
      <pc:sldChg chg="modSp">
        <pc:chgData name="DARREN HUYNH" userId="S::dhuynh279@mustangs.deltacollege.edu::6e8ef5a3-942c-4c44-a0fb-93a53cb68621" providerId="AD" clId="Web-{761CBC84-F633-950C-E86C-492D45B10EBD}" dt="2025-02-27T03:16:19.762" v="1050"/>
        <pc:sldMkLst>
          <pc:docMk/>
          <pc:sldMk cId="3675514920" sldId="332"/>
        </pc:sldMkLst>
        <pc:graphicFrameChg chg="mod modGraphic">
          <ac:chgData name="DARREN HUYNH" userId="S::dhuynh279@mustangs.deltacollege.edu::6e8ef5a3-942c-4c44-a0fb-93a53cb68621" providerId="AD" clId="Web-{761CBC84-F633-950C-E86C-492D45B10EBD}" dt="2025-02-27T03:16:19.762" v="1050"/>
          <ac:graphicFrameMkLst>
            <pc:docMk/>
            <pc:sldMk cId="3675514920" sldId="332"/>
            <ac:graphicFrameMk id="7" creationId="{A77001FB-EF10-8CD4-C163-C5E2FCF0ED7D}"/>
          </ac:graphicFrameMkLst>
        </pc:graphicFrameChg>
      </pc:sldChg>
    </pc:docChg>
  </pc:docChgLst>
  <pc:docChgLst>
    <pc:chgData name="DARREN HUYNH" userId="S::dhuynh279@mustangs.deltacollege.edu::6e8ef5a3-942c-4c44-a0fb-93a53cb68621" providerId="AD" clId="Web-{9720AB82-830D-7FDD-E50C-4B660CAB3CFF}"/>
    <pc:docChg chg="addSld modSld">
      <pc:chgData name="DARREN HUYNH" userId="S::dhuynh279@mustangs.deltacollege.edu::6e8ef5a3-942c-4c44-a0fb-93a53cb68621" providerId="AD" clId="Web-{9720AB82-830D-7FDD-E50C-4B660CAB3CFF}" dt="2025-02-26T01:02:16.835" v="2" actId="14100"/>
      <pc:docMkLst>
        <pc:docMk/>
      </pc:docMkLst>
      <pc:sldChg chg="modSp new mod modClrScheme chgLayout">
        <pc:chgData name="DARREN HUYNH" userId="S::dhuynh279@mustangs.deltacollege.edu::6e8ef5a3-942c-4c44-a0fb-93a53cb68621" providerId="AD" clId="Web-{9720AB82-830D-7FDD-E50C-4B660CAB3CFF}" dt="2025-02-26T01:02:16.835" v="2" actId="14100"/>
        <pc:sldMkLst>
          <pc:docMk/>
          <pc:sldMk cId="717160567" sldId="329"/>
        </pc:sldMkLst>
        <pc:spChg chg="mod ord">
          <ac:chgData name="DARREN HUYNH" userId="S::dhuynh279@mustangs.deltacollege.edu::6e8ef5a3-942c-4c44-a0fb-93a53cb68621" providerId="AD" clId="Web-{9720AB82-830D-7FDD-E50C-4B660CAB3CFF}" dt="2025-02-26T01:02:16.835" v="2" actId="14100"/>
          <ac:spMkLst>
            <pc:docMk/>
            <pc:sldMk cId="717160567" sldId="329"/>
            <ac:spMk id="2" creationId="{B03C2AED-C2F8-599A-0841-BA0C5738FC4B}"/>
          </ac:spMkLst>
        </pc:spChg>
        <pc:spChg chg="mod ord">
          <ac:chgData name="DARREN HUYNH" userId="S::dhuynh279@mustangs.deltacollege.edu::6e8ef5a3-942c-4c44-a0fb-93a53cb68621" providerId="AD" clId="Web-{9720AB82-830D-7FDD-E50C-4B660CAB3CFF}" dt="2025-02-26T01:02:06.616" v="1"/>
          <ac:spMkLst>
            <pc:docMk/>
            <pc:sldMk cId="717160567" sldId="329"/>
            <ac:spMk id="3" creationId="{0B18E89C-F1E4-D416-B209-9AFCA7FF3EA8}"/>
          </ac:spMkLst>
        </pc:spChg>
        <pc:spChg chg="mod ord">
          <ac:chgData name="DARREN HUYNH" userId="S::dhuynh279@mustangs.deltacollege.edu::6e8ef5a3-942c-4c44-a0fb-93a53cb68621" providerId="AD" clId="Web-{9720AB82-830D-7FDD-E50C-4B660CAB3CFF}" dt="2025-02-26T01:02:06.616" v="1"/>
          <ac:spMkLst>
            <pc:docMk/>
            <pc:sldMk cId="717160567" sldId="329"/>
            <ac:spMk id="4" creationId="{B68576CD-D733-498E-D9CC-C91F79030A6C}"/>
          </ac:spMkLst>
        </pc:spChg>
      </pc:sldChg>
    </pc:docChg>
  </pc:docChgLst>
  <pc:docChgLst>
    <pc:chgData name="DARREN HUYNH" userId="S::dhuynh279@mustangs.deltacollege.edu::6e8ef5a3-942c-4c44-a0fb-93a53cb68621" providerId="AD" clId="Web-{A09E2FFA-1E2B-B843-BAA2-E557FCD466A1}"/>
    <pc:docChg chg="addSld delSld modSld">
      <pc:chgData name="DARREN HUYNH" userId="S::dhuynh279@mustangs.deltacollege.edu::6e8ef5a3-942c-4c44-a0fb-93a53cb68621" providerId="AD" clId="Web-{A09E2FFA-1E2B-B843-BAA2-E557FCD466A1}" dt="2025-02-26T10:36:00.902" v="1503"/>
      <pc:docMkLst>
        <pc:docMk/>
      </pc:docMkLst>
      <pc:sldChg chg="del">
        <pc:chgData name="DARREN HUYNH" userId="S::dhuynh279@mustangs.deltacollege.edu::6e8ef5a3-942c-4c44-a0fb-93a53cb68621" providerId="AD" clId="Web-{A09E2FFA-1E2B-B843-BAA2-E557FCD466A1}" dt="2025-02-26T10:17:14.755" v="377"/>
        <pc:sldMkLst>
          <pc:docMk/>
          <pc:sldMk cId="1517447069" sldId="322"/>
        </pc:sldMkLst>
      </pc:sldChg>
      <pc:sldChg chg="modSp">
        <pc:chgData name="DARREN HUYNH" userId="S::dhuynh279@mustangs.deltacollege.edu::6e8ef5a3-942c-4c44-a0fb-93a53cb68621" providerId="AD" clId="Web-{A09E2FFA-1E2B-B843-BAA2-E557FCD466A1}" dt="2025-02-26T10:16:03.924" v="376"/>
        <pc:sldMkLst>
          <pc:docMk/>
          <pc:sldMk cId="2254593778" sldId="326"/>
        </pc:sldMkLst>
        <pc:graphicFrameChg chg="mod modGraphic">
          <ac:chgData name="DARREN HUYNH" userId="S::dhuynh279@mustangs.deltacollege.edu::6e8ef5a3-942c-4c44-a0fb-93a53cb68621" providerId="AD" clId="Web-{A09E2FFA-1E2B-B843-BAA2-E557FCD466A1}" dt="2025-02-26T10:16:03.924" v="376"/>
          <ac:graphicFrameMkLst>
            <pc:docMk/>
            <pc:sldMk cId="2254593778" sldId="326"/>
            <ac:graphicFrameMk id="5" creationId="{033D19B3-4FAA-3DD4-62B9-6D0C9E64B27D}"/>
          </ac:graphicFrameMkLst>
        </pc:graphicFrameChg>
      </pc:sldChg>
      <pc:sldChg chg="modSp">
        <pc:chgData name="DARREN HUYNH" userId="S::dhuynh279@mustangs.deltacollege.edu::6e8ef5a3-942c-4c44-a0fb-93a53cb68621" providerId="AD" clId="Web-{A09E2FFA-1E2B-B843-BAA2-E557FCD466A1}" dt="2025-02-26T10:35:52.308" v="1501" actId="20577"/>
        <pc:sldMkLst>
          <pc:docMk/>
          <pc:sldMk cId="290604309" sldId="328"/>
        </pc:sldMkLst>
        <pc:spChg chg="mod">
          <ac:chgData name="DARREN HUYNH" userId="S::dhuynh279@mustangs.deltacollege.edu::6e8ef5a3-942c-4c44-a0fb-93a53cb68621" providerId="AD" clId="Web-{A09E2FFA-1E2B-B843-BAA2-E557FCD466A1}" dt="2025-02-26T10:35:52.308" v="1501" actId="20577"/>
          <ac:spMkLst>
            <pc:docMk/>
            <pc:sldMk cId="290604309" sldId="328"/>
            <ac:spMk id="2" creationId="{40A58C09-AB2A-F83C-398E-2AEDA21F09CF}"/>
          </ac:spMkLst>
        </pc:spChg>
        <pc:graphicFrameChg chg="mod modGraphic">
          <ac:chgData name="DARREN HUYNH" userId="S::dhuynh279@mustangs.deltacollege.edu::6e8ef5a3-942c-4c44-a0fb-93a53cb68621" providerId="AD" clId="Web-{A09E2FFA-1E2B-B843-BAA2-E557FCD466A1}" dt="2025-02-26T10:34:40.446" v="1488"/>
          <ac:graphicFrameMkLst>
            <pc:docMk/>
            <pc:sldMk cId="290604309" sldId="328"/>
            <ac:graphicFrameMk id="9" creationId="{794BF168-5D2F-769B-DF62-598B99D8F262}"/>
          </ac:graphicFrameMkLst>
        </pc:graphicFrameChg>
      </pc:sldChg>
      <pc:sldChg chg="delSp modSp">
        <pc:chgData name="DARREN HUYNH" userId="S::dhuynh279@mustangs.deltacollege.edu::6e8ef5a3-942c-4c44-a0fb-93a53cb68621" providerId="AD" clId="Web-{A09E2FFA-1E2B-B843-BAA2-E557FCD466A1}" dt="2025-02-26T10:35:44.589" v="1497" actId="20577"/>
        <pc:sldMkLst>
          <pc:docMk/>
          <pc:sldMk cId="922029416" sldId="329"/>
        </pc:sldMkLst>
        <pc:spChg chg="mod">
          <ac:chgData name="DARREN HUYNH" userId="S::dhuynh279@mustangs.deltacollege.edu::6e8ef5a3-942c-4c44-a0fb-93a53cb68621" providerId="AD" clId="Web-{A09E2FFA-1E2B-B843-BAA2-E557FCD466A1}" dt="2025-02-26T10:35:44.589" v="1497" actId="20577"/>
          <ac:spMkLst>
            <pc:docMk/>
            <pc:sldMk cId="922029416" sldId="329"/>
            <ac:spMk id="2" creationId="{216A0942-B2E0-80C8-742D-D50DF2F5B3E7}"/>
          </ac:spMkLst>
        </pc:spChg>
        <pc:spChg chg="del">
          <ac:chgData name="DARREN HUYNH" userId="S::dhuynh279@mustangs.deltacollege.edu::6e8ef5a3-942c-4c44-a0fb-93a53cb68621" providerId="AD" clId="Web-{A09E2FFA-1E2B-B843-BAA2-E557FCD466A1}" dt="2025-02-26T10:35:11.541" v="1493"/>
          <ac:spMkLst>
            <pc:docMk/>
            <pc:sldMk cId="922029416" sldId="329"/>
            <ac:spMk id="4" creationId="{E479C4C8-BAC9-DF1D-D384-13D96C3FF5EF}"/>
          </ac:spMkLst>
        </pc:spChg>
      </pc:sldChg>
      <pc:sldChg chg="delSp modSp">
        <pc:chgData name="DARREN HUYNH" userId="S::dhuynh279@mustangs.deltacollege.edu::6e8ef5a3-942c-4c44-a0fb-93a53cb68621" providerId="AD" clId="Web-{A09E2FFA-1E2B-B843-BAA2-E557FCD466A1}" dt="2025-02-26T10:36:00.902" v="1503"/>
        <pc:sldMkLst>
          <pc:docMk/>
          <pc:sldMk cId="717160567" sldId="330"/>
        </pc:sldMkLst>
        <pc:spChg chg="mod">
          <ac:chgData name="DARREN HUYNH" userId="S::dhuynh279@mustangs.deltacollege.edu::6e8ef5a3-942c-4c44-a0fb-93a53cb68621" providerId="AD" clId="Web-{A09E2FFA-1E2B-B843-BAA2-E557FCD466A1}" dt="2025-02-26T10:27:06.682" v="725" actId="20577"/>
          <ac:spMkLst>
            <pc:docMk/>
            <pc:sldMk cId="717160567" sldId="330"/>
            <ac:spMk id="2" creationId="{B03C2AED-C2F8-599A-0841-BA0C5738FC4B}"/>
          </ac:spMkLst>
        </pc:spChg>
        <pc:spChg chg="del mod">
          <ac:chgData name="DARREN HUYNH" userId="S::dhuynh279@mustangs.deltacollege.edu::6e8ef5a3-942c-4c44-a0fb-93a53cb68621" providerId="AD" clId="Web-{A09E2FFA-1E2B-B843-BAA2-E557FCD466A1}" dt="2025-02-26T10:36:00.902" v="1503"/>
          <ac:spMkLst>
            <pc:docMk/>
            <pc:sldMk cId="717160567" sldId="330"/>
            <ac:spMk id="4" creationId="{B68576CD-D733-498E-D9CC-C91F79030A6C}"/>
          </ac:spMkLst>
        </pc:spChg>
        <pc:graphicFrameChg chg="mod modGraphic">
          <ac:chgData name="DARREN HUYNH" userId="S::dhuynh279@mustangs.deltacollege.edu::6e8ef5a3-942c-4c44-a0fb-93a53cb68621" providerId="AD" clId="Web-{A09E2FFA-1E2B-B843-BAA2-E557FCD466A1}" dt="2025-02-26T10:15:50.611" v="194" actId="1076"/>
          <ac:graphicFrameMkLst>
            <pc:docMk/>
            <pc:sldMk cId="717160567" sldId="330"/>
            <ac:graphicFrameMk id="12" creationId="{5CD204D6-8E78-7079-A8EE-DDAE3E7FD41C}"/>
          </ac:graphicFrameMkLst>
        </pc:graphicFrameChg>
      </pc:sldChg>
      <pc:sldChg chg="addSp delSp modSp new mod modClrScheme chgLayout">
        <pc:chgData name="DARREN HUYNH" userId="S::dhuynh279@mustangs.deltacollege.edu::6e8ef5a3-942c-4c44-a0fb-93a53cb68621" providerId="AD" clId="Web-{A09E2FFA-1E2B-B843-BAA2-E557FCD466A1}" dt="2025-02-26T10:34:12.039" v="1148"/>
        <pc:sldMkLst>
          <pc:docMk/>
          <pc:sldMk cId="12154250" sldId="331"/>
        </pc:sldMkLst>
        <pc:spChg chg="mod">
          <ac:chgData name="DARREN HUYNH" userId="S::dhuynh279@mustangs.deltacollege.edu::6e8ef5a3-942c-4c44-a0fb-93a53cb68621" providerId="AD" clId="Web-{A09E2FFA-1E2B-B843-BAA2-E557FCD466A1}" dt="2025-02-26T10:26:58.867" v="720" actId="20577"/>
          <ac:spMkLst>
            <pc:docMk/>
            <pc:sldMk cId="12154250" sldId="331"/>
            <ac:spMk id="2" creationId="{3084634C-0859-FB21-B13A-831A7817DDF4}"/>
          </ac:spMkLst>
        </pc:spChg>
        <pc:spChg chg="del">
          <ac:chgData name="DARREN HUYNH" userId="S::dhuynh279@mustangs.deltacollege.edu::6e8ef5a3-942c-4c44-a0fb-93a53cb68621" providerId="AD" clId="Web-{A09E2FFA-1E2B-B843-BAA2-E557FCD466A1}" dt="2025-02-26T10:21:24.419" v="387"/>
          <ac:spMkLst>
            <pc:docMk/>
            <pc:sldMk cId="12154250" sldId="331"/>
            <ac:spMk id="3" creationId="{0E142E32-8AA4-57F0-010F-6F549C1DC905}"/>
          </ac:spMkLst>
        </pc:spChg>
        <pc:spChg chg="del">
          <ac:chgData name="DARREN HUYNH" userId="S::dhuynh279@mustangs.deltacollege.edu::6e8ef5a3-942c-4c44-a0fb-93a53cb68621" providerId="AD" clId="Web-{A09E2FFA-1E2B-B843-BAA2-E557FCD466A1}" dt="2025-02-26T10:21:25.575" v="388"/>
          <ac:spMkLst>
            <pc:docMk/>
            <pc:sldMk cId="12154250" sldId="331"/>
            <ac:spMk id="4" creationId="{D2A60498-0C40-49CD-6A4E-9AA6E74E5318}"/>
          </ac:spMkLst>
        </pc:spChg>
        <pc:spChg chg="add del mod">
          <ac:chgData name="DARREN HUYNH" userId="S::dhuynh279@mustangs.deltacollege.edu::6e8ef5a3-942c-4c44-a0fb-93a53cb68621" providerId="AD" clId="Web-{A09E2FFA-1E2B-B843-BAA2-E557FCD466A1}" dt="2025-02-26T10:21:50.654" v="392"/>
          <ac:spMkLst>
            <pc:docMk/>
            <pc:sldMk cId="12154250" sldId="331"/>
            <ac:spMk id="11" creationId="{68CAD5A7-54B3-26A2-5321-818DA324366D}"/>
          </ac:spMkLst>
        </pc:spChg>
        <pc:graphicFrameChg chg="add mod modGraphic">
          <ac:chgData name="DARREN HUYNH" userId="S::dhuynh279@mustangs.deltacollege.edu::6e8ef5a3-942c-4c44-a0fb-93a53cb68621" providerId="AD" clId="Web-{A09E2FFA-1E2B-B843-BAA2-E557FCD466A1}" dt="2025-02-26T10:34:12.039" v="1148"/>
          <ac:graphicFrameMkLst>
            <pc:docMk/>
            <pc:sldMk cId="12154250" sldId="331"/>
            <ac:graphicFrameMk id="6" creationId="{A4E8F71D-6E64-0968-2F26-EBE16BDE2B4C}"/>
          </ac:graphicFrameMkLst>
        </pc:graphicFrameChg>
      </pc:sldChg>
      <pc:sldChg chg="addSp delSp modSp add replId">
        <pc:chgData name="DARREN HUYNH" userId="S::dhuynh279@mustangs.deltacollege.edu::6e8ef5a3-942c-4c44-a0fb-93a53cb68621" providerId="AD" clId="Web-{A09E2FFA-1E2B-B843-BAA2-E557FCD466A1}" dt="2025-02-26T10:35:39.354" v="1495" actId="20577"/>
        <pc:sldMkLst>
          <pc:docMk/>
          <pc:sldMk cId="3675514920" sldId="332"/>
        </pc:sldMkLst>
        <pc:spChg chg="mod">
          <ac:chgData name="DARREN HUYNH" userId="S::dhuynh279@mustangs.deltacollege.edu::6e8ef5a3-942c-4c44-a0fb-93a53cb68621" providerId="AD" clId="Web-{A09E2FFA-1E2B-B843-BAA2-E557FCD466A1}" dt="2025-02-26T10:35:39.354" v="1495" actId="20577"/>
          <ac:spMkLst>
            <pc:docMk/>
            <pc:sldMk cId="3675514920" sldId="332"/>
            <ac:spMk id="2" creationId="{B4E8A69A-129A-3BE3-76BC-6FF3C4D4F775}"/>
          </ac:spMkLst>
        </pc:spChg>
        <pc:graphicFrameChg chg="add del mod modGraphic">
          <ac:chgData name="DARREN HUYNH" userId="S::dhuynh279@mustangs.deltacollege.edu::6e8ef5a3-942c-4c44-a0fb-93a53cb68621" providerId="AD" clId="Web-{A09E2FFA-1E2B-B843-BAA2-E557FCD466A1}" dt="2025-02-26T10:28:49.373" v="735"/>
          <ac:graphicFrameMkLst>
            <pc:docMk/>
            <pc:sldMk cId="3675514920" sldId="332"/>
            <ac:graphicFrameMk id="4" creationId="{68E50183-2C4A-8BC9-7E4A-4EDCF8E79FD0}"/>
          </ac:graphicFrameMkLst>
        </pc:graphicFrameChg>
        <pc:graphicFrameChg chg="del mod modGraphic">
          <ac:chgData name="DARREN HUYNH" userId="S::dhuynh279@mustangs.deltacollege.edu::6e8ef5a3-942c-4c44-a0fb-93a53cb68621" providerId="AD" clId="Web-{A09E2FFA-1E2B-B843-BAA2-E557FCD466A1}" dt="2025-02-26T10:24:37.737" v="708"/>
          <ac:graphicFrameMkLst>
            <pc:docMk/>
            <pc:sldMk cId="3675514920" sldId="332"/>
            <ac:graphicFrameMk id="6" creationId="{DA986F40-BFD0-BD13-2AB4-6921E68BBDDC}"/>
          </ac:graphicFrameMkLst>
        </pc:graphicFrameChg>
        <pc:graphicFrameChg chg="add mod modGraphic">
          <ac:chgData name="DARREN HUYNH" userId="S::dhuynh279@mustangs.deltacollege.edu::6e8ef5a3-942c-4c44-a0fb-93a53cb68621" providerId="AD" clId="Web-{A09E2FFA-1E2B-B843-BAA2-E557FCD466A1}" dt="2025-02-26T10:35:06.338" v="1492" actId="1076"/>
          <ac:graphicFrameMkLst>
            <pc:docMk/>
            <pc:sldMk cId="3675514920" sldId="332"/>
            <ac:graphicFrameMk id="7" creationId="{A77001FB-EF10-8CD4-C163-C5E2FCF0ED7D}"/>
          </ac:graphicFrameMkLst>
        </pc:graphicFrameChg>
      </pc:sldChg>
    </pc:docChg>
  </pc:docChgLst>
  <pc:docChgLst>
    <pc:chgData name="DARREN HUYNH" userId="S::dhuynh279@mustangs.deltacollege.edu::6e8ef5a3-942c-4c44-a0fb-93a53cb68621" providerId="AD" clId="Web-{E931B407-4898-081B-BCD0-EF4E48FBB977}"/>
    <pc:docChg chg="delSld modSld">
      <pc:chgData name="DARREN HUYNH" userId="S::dhuynh279@mustangs.deltacollege.edu::6e8ef5a3-942c-4c44-a0fb-93a53cb68621" providerId="AD" clId="Web-{E931B407-4898-081B-BCD0-EF4E48FBB977}" dt="2025-02-26T00:15:43.743" v="42"/>
      <pc:docMkLst>
        <pc:docMk/>
      </pc:docMkLst>
      <pc:sldChg chg="delSp modSp mod modClrScheme chgLayout">
        <pc:chgData name="DARREN HUYNH" userId="S::dhuynh279@mustangs.deltacollege.edu::6e8ef5a3-942c-4c44-a0fb-93a53cb68621" providerId="AD" clId="Web-{E931B407-4898-081B-BCD0-EF4E48FBB977}" dt="2025-02-26T00:10:44.018" v="12"/>
        <pc:sldMkLst>
          <pc:docMk/>
          <pc:sldMk cId="4293742996" sldId="316"/>
        </pc:sldMkLst>
        <pc:spChg chg="mod">
          <ac:chgData name="DARREN HUYNH" userId="S::dhuynh279@mustangs.deltacollege.edu::6e8ef5a3-942c-4c44-a0fb-93a53cb68621" providerId="AD" clId="Web-{E931B407-4898-081B-BCD0-EF4E48FBB977}" dt="2025-02-26T00:10:44.018" v="12"/>
          <ac:spMkLst>
            <pc:docMk/>
            <pc:sldMk cId="4293742996" sldId="316"/>
            <ac:spMk id="2" creationId="{6A36FD5F-786B-1974-5F47-94CA02CFA6E5}"/>
          </ac:spMkLst>
        </pc:spChg>
        <pc:spChg chg="del">
          <ac:chgData name="DARREN HUYNH" userId="S::dhuynh279@mustangs.deltacollege.edu::6e8ef5a3-942c-4c44-a0fb-93a53cb68621" providerId="AD" clId="Web-{E931B407-4898-081B-BCD0-EF4E48FBB977}" dt="2025-02-26T00:10:44.018" v="12"/>
          <ac:spMkLst>
            <pc:docMk/>
            <pc:sldMk cId="4293742996" sldId="316"/>
            <ac:spMk id="4" creationId="{BB536972-7813-07CD-9274-44E956362D0A}"/>
          </ac:spMkLst>
        </pc:spChg>
      </pc:sldChg>
      <pc:sldChg chg="del">
        <pc:chgData name="DARREN HUYNH" userId="S::dhuynh279@mustangs.deltacollege.edu::6e8ef5a3-942c-4c44-a0fb-93a53cb68621" providerId="AD" clId="Web-{E931B407-4898-081B-BCD0-EF4E48FBB977}" dt="2025-02-26T00:09:14.438" v="11"/>
        <pc:sldMkLst>
          <pc:docMk/>
          <pc:sldMk cId="1760417424" sldId="319"/>
        </pc:sldMkLst>
      </pc:sldChg>
      <pc:sldChg chg="addSp delSp modSp">
        <pc:chgData name="DARREN HUYNH" userId="S::dhuynh279@mustangs.deltacollege.edu::6e8ef5a3-942c-4c44-a0fb-93a53cb68621" providerId="AD" clId="Web-{E931B407-4898-081B-BCD0-EF4E48FBB977}" dt="2025-02-26T00:15:43.743" v="42"/>
        <pc:sldMkLst>
          <pc:docMk/>
          <pc:sldMk cId="430403476" sldId="320"/>
        </pc:sldMkLst>
        <pc:spChg chg="mod">
          <ac:chgData name="DARREN HUYNH" userId="S::dhuynh279@mustangs.deltacollege.edu::6e8ef5a3-942c-4c44-a0fb-93a53cb68621" providerId="AD" clId="Web-{E931B407-4898-081B-BCD0-EF4E48FBB977}" dt="2025-02-26T00:15:24.883" v="39" actId="20577"/>
          <ac:spMkLst>
            <pc:docMk/>
            <pc:sldMk cId="430403476" sldId="320"/>
            <ac:spMk id="2" creationId="{F992D586-3F7C-3202-E4F4-1F65B9A7D428}"/>
          </ac:spMkLst>
        </pc:spChg>
        <pc:spChg chg="del">
          <ac:chgData name="DARREN HUYNH" userId="S::dhuynh279@mustangs.deltacollege.edu::6e8ef5a3-942c-4c44-a0fb-93a53cb68621" providerId="AD" clId="Web-{E931B407-4898-081B-BCD0-EF4E48FBB977}" dt="2025-02-26T00:15:34.040" v="40"/>
          <ac:spMkLst>
            <pc:docMk/>
            <pc:sldMk cId="430403476" sldId="320"/>
            <ac:spMk id="4" creationId="{2CFADA2D-CE7A-511E-45B9-EAF4FA520E34}"/>
          </ac:spMkLst>
        </pc:spChg>
        <pc:spChg chg="add mod">
          <ac:chgData name="DARREN HUYNH" userId="S::dhuynh279@mustangs.deltacollege.edu::6e8ef5a3-942c-4c44-a0fb-93a53cb68621" providerId="AD" clId="Web-{E931B407-4898-081B-BCD0-EF4E48FBB977}" dt="2025-02-26T00:15:34.040" v="40"/>
          <ac:spMkLst>
            <pc:docMk/>
            <pc:sldMk cId="430403476" sldId="320"/>
            <ac:spMk id="7" creationId="{D6FAF463-2F06-04DF-4585-5F677CFBB8CB}"/>
          </ac:spMkLst>
        </pc:spChg>
        <pc:spChg chg="add">
          <ac:chgData name="DARREN HUYNH" userId="S::dhuynh279@mustangs.deltacollege.edu::6e8ef5a3-942c-4c44-a0fb-93a53cb68621" providerId="AD" clId="Web-{E931B407-4898-081B-BCD0-EF4E48FBB977}" dt="2025-02-26T00:15:42.618" v="41"/>
          <ac:spMkLst>
            <pc:docMk/>
            <pc:sldMk cId="430403476" sldId="320"/>
            <ac:spMk id="9" creationId="{E8B418A5-D929-718E-72F6-D05C627E6D87}"/>
          </ac:spMkLst>
        </pc:spChg>
        <pc:spChg chg="add">
          <ac:chgData name="DARREN HUYNH" userId="S::dhuynh279@mustangs.deltacollege.edu::6e8ef5a3-942c-4c44-a0fb-93a53cb68621" providerId="AD" clId="Web-{E931B407-4898-081B-BCD0-EF4E48FBB977}" dt="2025-02-26T00:15:43.743" v="42"/>
          <ac:spMkLst>
            <pc:docMk/>
            <pc:sldMk cId="430403476" sldId="320"/>
            <ac:spMk id="10" creationId="{279E50CB-B71A-1E14-E844-F17DDD5F4235}"/>
          </ac:spMkLst>
        </pc:spChg>
      </pc:sldChg>
      <pc:sldChg chg="addSp delSp modSp mod modClrScheme chgLayout">
        <pc:chgData name="DARREN HUYNH" userId="S::dhuynh279@mustangs.deltacollege.edu::6e8ef5a3-942c-4c44-a0fb-93a53cb68621" providerId="AD" clId="Web-{E931B407-4898-081B-BCD0-EF4E48FBB977}" dt="2025-02-26T00:08:57.203" v="10"/>
        <pc:sldMkLst>
          <pc:docMk/>
          <pc:sldMk cId="2254593778" sldId="326"/>
        </pc:sldMkLst>
        <pc:spChg chg="mod">
          <ac:chgData name="DARREN HUYNH" userId="S::dhuynh279@mustangs.deltacollege.edu::6e8ef5a3-942c-4c44-a0fb-93a53cb68621" providerId="AD" clId="Web-{E931B407-4898-081B-BCD0-EF4E48FBB977}" dt="2025-02-26T00:08:34.468" v="8"/>
          <ac:spMkLst>
            <pc:docMk/>
            <pc:sldMk cId="2254593778" sldId="326"/>
            <ac:spMk id="2" creationId="{34DDBC45-F0A8-1575-5603-8DE61191E62B}"/>
          </ac:spMkLst>
        </pc:spChg>
        <pc:spChg chg="del">
          <ac:chgData name="DARREN HUYNH" userId="S::dhuynh279@mustangs.deltacollege.edu::6e8ef5a3-942c-4c44-a0fb-93a53cb68621" providerId="AD" clId="Web-{E931B407-4898-081B-BCD0-EF4E48FBB977}" dt="2025-02-26T00:07:57.592" v="0"/>
          <ac:spMkLst>
            <pc:docMk/>
            <pc:sldMk cId="2254593778" sldId="326"/>
            <ac:spMk id="3" creationId="{CECE9BEC-984B-C627-1E45-8D597C5E5492}"/>
          </ac:spMkLst>
        </pc:spChg>
        <pc:spChg chg="add del mod">
          <ac:chgData name="DARREN HUYNH" userId="S::dhuynh279@mustangs.deltacollege.edu::6e8ef5a3-942c-4c44-a0fb-93a53cb68621" providerId="AD" clId="Web-{E931B407-4898-081B-BCD0-EF4E48FBB977}" dt="2025-02-26T00:08:29.374" v="5"/>
          <ac:spMkLst>
            <pc:docMk/>
            <pc:sldMk cId="2254593778" sldId="326"/>
            <ac:spMk id="10" creationId="{BD3B7CC3-7BBC-0C32-9FBE-E39E590DF4F8}"/>
          </ac:spMkLst>
        </pc:spChg>
        <pc:spChg chg="add del mod">
          <ac:chgData name="DARREN HUYNH" userId="S::dhuynh279@mustangs.deltacollege.edu::6e8ef5a3-942c-4c44-a0fb-93a53cb68621" providerId="AD" clId="Web-{E931B407-4898-081B-BCD0-EF4E48FBB977}" dt="2025-02-26T00:08:34.452" v="7"/>
          <ac:spMkLst>
            <pc:docMk/>
            <pc:sldMk cId="2254593778" sldId="326"/>
            <ac:spMk id="12" creationId="{7CDB95E2-51D0-6595-159A-FFF9D335DA9E}"/>
          </ac:spMkLst>
        </pc:spChg>
        <pc:spChg chg="add del mod">
          <ac:chgData name="DARREN HUYNH" userId="S::dhuynh279@mustangs.deltacollege.edu::6e8ef5a3-942c-4c44-a0fb-93a53cb68621" providerId="AD" clId="Web-{E931B407-4898-081B-BCD0-EF4E48FBB977}" dt="2025-02-26T00:08:34.452" v="7"/>
          <ac:spMkLst>
            <pc:docMk/>
            <pc:sldMk cId="2254593778" sldId="326"/>
            <ac:spMk id="13" creationId="{7A490B6C-79EC-F40C-15E2-43F335162782}"/>
          </ac:spMkLst>
        </pc:spChg>
        <pc:spChg chg="add mod">
          <ac:chgData name="DARREN HUYNH" userId="S::dhuynh279@mustangs.deltacollege.edu::6e8ef5a3-942c-4c44-a0fb-93a53cb68621" providerId="AD" clId="Web-{E931B407-4898-081B-BCD0-EF4E48FBB977}" dt="2025-02-26T00:08:34.468" v="8"/>
          <ac:spMkLst>
            <pc:docMk/>
            <pc:sldMk cId="2254593778" sldId="326"/>
            <ac:spMk id="15" creationId="{D6BBECD8-9470-2EBA-A3AF-65A09AD40509}"/>
          </ac:spMkLst>
        </pc:spChg>
        <pc:graphicFrameChg chg="add mod ord modGraphic">
          <ac:chgData name="DARREN HUYNH" userId="S::dhuynh279@mustangs.deltacollege.edu::6e8ef5a3-942c-4c44-a0fb-93a53cb68621" providerId="AD" clId="Web-{E931B407-4898-081B-BCD0-EF4E48FBB977}" dt="2025-02-26T00:08:57.203" v="10"/>
          <ac:graphicFrameMkLst>
            <pc:docMk/>
            <pc:sldMk cId="2254593778" sldId="326"/>
            <ac:graphicFrameMk id="5" creationId="{033D19B3-4FAA-3DD4-62B9-6D0C9E64B27D}"/>
          </ac:graphicFrameMkLst>
        </pc:graphicFrameChg>
      </pc:sldChg>
    </pc:docChg>
  </pc:docChgLst>
  <pc:docChgLst>
    <pc:chgData name="DARREN HUYNH" userId="S::dhuynh279@mustangs.deltacollege.edu::6e8ef5a3-942c-4c44-a0fb-93a53cb68621" providerId="AD" clId="Web-{B1348BDE-75F9-D83D-B73D-DBB16BD205BE}"/>
    <pc:docChg chg="addSld delSld modSld sldOrd">
      <pc:chgData name="DARREN HUYNH" userId="S::dhuynh279@mustangs.deltacollege.edu::6e8ef5a3-942c-4c44-a0fb-93a53cb68621" providerId="AD" clId="Web-{B1348BDE-75F9-D83D-B73D-DBB16BD205BE}" dt="2025-02-26T01:13:35.746" v="941"/>
      <pc:docMkLst>
        <pc:docMk/>
      </pc:docMkLst>
      <pc:sldChg chg="modSp">
        <pc:chgData name="DARREN HUYNH" userId="S::dhuynh279@mustangs.deltacollege.edu::6e8ef5a3-942c-4c44-a0fb-93a53cb68621" providerId="AD" clId="Web-{B1348BDE-75F9-D83D-B73D-DBB16BD205BE}" dt="2025-02-26T01:09:54.361" v="343"/>
        <pc:sldMkLst>
          <pc:docMk/>
          <pc:sldMk cId="2254593778" sldId="326"/>
        </pc:sldMkLst>
        <pc:graphicFrameChg chg="mod modGraphic">
          <ac:chgData name="DARREN HUYNH" userId="S::dhuynh279@mustangs.deltacollege.edu::6e8ef5a3-942c-4c44-a0fb-93a53cb68621" providerId="AD" clId="Web-{B1348BDE-75F9-D83D-B73D-DBB16BD205BE}" dt="2025-02-26T01:09:54.361" v="343"/>
          <ac:graphicFrameMkLst>
            <pc:docMk/>
            <pc:sldMk cId="2254593778" sldId="326"/>
            <ac:graphicFrameMk id="5" creationId="{033D19B3-4FAA-3DD4-62B9-6D0C9E64B27D}"/>
          </ac:graphicFrameMkLst>
        </pc:graphicFrameChg>
      </pc:sldChg>
      <pc:sldChg chg="modSp">
        <pc:chgData name="DARREN HUYNH" userId="S::dhuynh279@mustangs.deltacollege.edu::6e8ef5a3-942c-4c44-a0fb-93a53cb68621" providerId="AD" clId="Web-{B1348BDE-75F9-D83D-B73D-DBB16BD205BE}" dt="2025-02-26T01:09:59.908" v="514"/>
        <pc:sldMkLst>
          <pc:docMk/>
          <pc:sldMk cId="290604309" sldId="328"/>
        </pc:sldMkLst>
        <pc:graphicFrameChg chg="mod modGraphic">
          <ac:chgData name="DARREN HUYNH" userId="S::dhuynh279@mustangs.deltacollege.edu::6e8ef5a3-942c-4c44-a0fb-93a53cb68621" providerId="AD" clId="Web-{B1348BDE-75F9-D83D-B73D-DBB16BD205BE}" dt="2025-02-26T01:09:59.908" v="514"/>
          <ac:graphicFrameMkLst>
            <pc:docMk/>
            <pc:sldMk cId="290604309" sldId="328"/>
            <ac:graphicFrameMk id="9" creationId="{794BF168-5D2F-769B-DF62-598B99D8F262}"/>
          </ac:graphicFrameMkLst>
        </pc:graphicFrameChg>
      </pc:sldChg>
      <pc:sldChg chg="addSp delSp modSp mod modClrScheme chgLayout">
        <pc:chgData name="DARREN HUYNH" userId="S::dhuynh279@mustangs.deltacollege.edu::6e8ef5a3-942c-4c44-a0fb-93a53cb68621" providerId="AD" clId="Web-{B1348BDE-75F9-D83D-B73D-DBB16BD205BE}" dt="2025-02-26T01:13:00.135" v="744"/>
        <pc:sldMkLst>
          <pc:docMk/>
          <pc:sldMk cId="922029416" sldId="329"/>
        </pc:sldMkLst>
        <pc:spChg chg="mod ord">
          <ac:chgData name="DARREN HUYNH" userId="S::dhuynh279@mustangs.deltacollege.edu::6e8ef5a3-942c-4c44-a0fb-93a53cb68621" providerId="AD" clId="Web-{B1348BDE-75F9-D83D-B73D-DBB16BD205BE}" dt="2025-02-26T01:12:53.150" v="712"/>
          <ac:spMkLst>
            <pc:docMk/>
            <pc:sldMk cId="922029416" sldId="329"/>
            <ac:spMk id="2" creationId="{216A0942-B2E0-80C8-742D-D50DF2F5B3E7}"/>
          </ac:spMkLst>
        </pc:spChg>
        <pc:spChg chg="del mod ord">
          <ac:chgData name="DARREN HUYNH" userId="S::dhuynh279@mustangs.deltacollege.edu::6e8ef5a3-942c-4c44-a0fb-93a53cb68621" providerId="AD" clId="Web-{B1348BDE-75F9-D83D-B73D-DBB16BD205BE}" dt="2025-02-26T01:12:04.804" v="699"/>
          <ac:spMkLst>
            <pc:docMk/>
            <pc:sldMk cId="922029416" sldId="329"/>
            <ac:spMk id="3" creationId="{A94108A1-4778-D821-F898-8B4E471E4DA1}"/>
          </ac:spMkLst>
        </pc:spChg>
        <pc:spChg chg="mod ord">
          <ac:chgData name="DARREN HUYNH" userId="S::dhuynh279@mustangs.deltacollege.edu::6e8ef5a3-942c-4c44-a0fb-93a53cb68621" providerId="AD" clId="Web-{B1348BDE-75F9-D83D-B73D-DBB16BD205BE}" dt="2025-02-26T01:12:53.150" v="712"/>
          <ac:spMkLst>
            <pc:docMk/>
            <pc:sldMk cId="922029416" sldId="329"/>
            <ac:spMk id="4" creationId="{E479C4C8-BAC9-DF1D-D384-13D96C3FF5EF}"/>
          </ac:spMkLst>
        </pc:spChg>
        <pc:graphicFrameChg chg="add mod modGraphic">
          <ac:chgData name="DARREN HUYNH" userId="S::dhuynh279@mustangs.deltacollege.edu::6e8ef5a3-942c-4c44-a0fb-93a53cb68621" providerId="AD" clId="Web-{B1348BDE-75F9-D83D-B73D-DBB16BD205BE}" dt="2025-02-26T01:13:00.135" v="744"/>
          <ac:graphicFrameMkLst>
            <pc:docMk/>
            <pc:sldMk cId="922029416" sldId="329"/>
            <ac:graphicFrameMk id="6" creationId="{CF1DD162-90D4-14D0-EBE8-14DE6B373BF1}"/>
          </ac:graphicFrameMkLst>
        </pc:graphicFrameChg>
      </pc:sldChg>
      <pc:sldChg chg="addSp delSp modSp mod ord modClrScheme chgLayout">
        <pc:chgData name="DARREN HUYNH" userId="S::dhuynh279@mustangs.deltacollege.edu::6e8ef5a3-942c-4c44-a0fb-93a53cb68621" providerId="AD" clId="Web-{B1348BDE-75F9-D83D-B73D-DBB16BD205BE}" dt="2025-02-26T01:13:35.746" v="941"/>
        <pc:sldMkLst>
          <pc:docMk/>
          <pc:sldMk cId="717160567" sldId="330"/>
        </pc:sldMkLst>
        <pc:spChg chg="mod">
          <ac:chgData name="DARREN HUYNH" userId="S::dhuynh279@mustangs.deltacollege.edu::6e8ef5a3-942c-4c44-a0fb-93a53cb68621" providerId="AD" clId="Web-{B1348BDE-75F9-D83D-B73D-DBB16BD205BE}" dt="2025-02-26T01:08:33.373" v="139"/>
          <ac:spMkLst>
            <pc:docMk/>
            <pc:sldMk cId="717160567" sldId="330"/>
            <ac:spMk id="2" creationId="{B03C2AED-C2F8-599A-0841-BA0C5738FC4B}"/>
          </ac:spMkLst>
        </pc:spChg>
        <pc:spChg chg="del">
          <ac:chgData name="DARREN HUYNH" userId="S::dhuynh279@mustangs.deltacollege.edu::6e8ef5a3-942c-4c44-a0fb-93a53cb68621" providerId="AD" clId="Web-{B1348BDE-75F9-D83D-B73D-DBB16BD205BE}" dt="2025-02-26T01:03:06.859" v="15"/>
          <ac:spMkLst>
            <pc:docMk/>
            <pc:sldMk cId="717160567" sldId="330"/>
            <ac:spMk id="3" creationId="{0B18E89C-F1E4-D416-B209-9AFCA7FF3EA8}"/>
          </ac:spMkLst>
        </pc:spChg>
        <pc:spChg chg="mod">
          <ac:chgData name="DARREN HUYNH" userId="S::dhuynh279@mustangs.deltacollege.edu::6e8ef5a3-942c-4c44-a0fb-93a53cb68621" providerId="AD" clId="Web-{B1348BDE-75F9-D83D-B73D-DBB16BD205BE}" dt="2025-02-26T01:08:33.373" v="139"/>
          <ac:spMkLst>
            <pc:docMk/>
            <pc:sldMk cId="717160567" sldId="330"/>
            <ac:spMk id="4" creationId="{B68576CD-D733-498E-D9CC-C91F79030A6C}"/>
          </ac:spMkLst>
        </pc:spChg>
        <pc:graphicFrameChg chg="add del mod">
          <ac:chgData name="DARREN HUYNH" userId="S::dhuynh279@mustangs.deltacollege.edu::6e8ef5a3-942c-4c44-a0fb-93a53cb68621" providerId="AD" clId="Web-{B1348BDE-75F9-D83D-B73D-DBB16BD205BE}" dt="2025-02-26T01:05:50.038" v="17"/>
          <ac:graphicFrameMkLst>
            <pc:docMk/>
            <pc:sldMk cId="717160567" sldId="330"/>
            <ac:graphicFrameMk id="6" creationId="{888C1F4D-38F1-F458-DF17-CC284FC699DC}"/>
          </ac:graphicFrameMkLst>
        </pc:graphicFrameChg>
        <pc:graphicFrameChg chg="add del mod modGraphic">
          <ac:chgData name="DARREN HUYNH" userId="S::dhuynh279@mustangs.deltacollege.edu::6e8ef5a3-942c-4c44-a0fb-93a53cb68621" providerId="AD" clId="Web-{B1348BDE-75F9-D83D-B73D-DBB16BD205BE}" dt="2025-02-26T01:06:05.445" v="20"/>
          <ac:graphicFrameMkLst>
            <pc:docMk/>
            <pc:sldMk cId="717160567" sldId="330"/>
            <ac:graphicFrameMk id="8" creationId="{D1577599-6C7D-1D52-E3BD-E90458EEEF9B}"/>
          </ac:graphicFrameMkLst>
        </pc:graphicFrameChg>
        <pc:graphicFrameChg chg="add del mod modGraphic">
          <ac:chgData name="DARREN HUYNH" userId="S::dhuynh279@mustangs.deltacollege.edu::6e8ef5a3-942c-4c44-a0fb-93a53cb68621" providerId="AD" clId="Web-{B1348BDE-75F9-D83D-B73D-DBB16BD205BE}" dt="2025-02-26T01:08:18.779" v="137"/>
          <ac:graphicFrameMkLst>
            <pc:docMk/>
            <pc:sldMk cId="717160567" sldId="330"/>
            <ac:graphicFrameMk id="10" creationId="{88BEE11F-F29E-B208-69A8-AA212CC5F036}"/>
          </ac:graphicFrameMkLst>
        </pc:graphicFrameChg>
        <pc:graphicFrameChg chg="add mod modGraphic">
          <ac:chgData name="DARREN HUYNH" userId="S::dhuynh279@mustangs.deltacollege.edu::6e8ef5a3-942c-4c44-a0fb-93a53cb68621" providerId="AD" clId="Web-{B1348BDE-75F9-D83D-B73D-DBB16BD205BE}" dt="2025-02-26T01:13:35.746" v="941"/>
          <ac:graphicFrameMkLst>
            <pc:docMk/>
            <pc:sldMk cId="717160567" sldId="330"/>
            <ac:graphicFrameMk id="12" creationId="{5CD204D6-8E78-7079-A8EE-DDAE3E7FD41C}"/>
          </ac:graphicFrameMkLst>
        </pc:graphicFrameChg>
      </pc:sldChg>
      <pc:sldChg chg="addSp delSp modSp add del mod replId modClrScheme chgLayout">
        <pc:chgData name="DARREN HUYNH" userId="S::dhuynh279@mustangs.deltacollege.edu::6e8ef5a3-942c-4c44-a0fb-93a53cb68621" providerId="AD" clId="Web-{B1348BDE-75F9-D83D-B73D-DBB16BD205BE}" dt="2025-02-26T01:11:23.552" v="693"/>
        <pc:sldMkLst>
          <pc:docMk/>
          <pc:sldMk cId="3559988817" sldId="331"/>
        </pc:sldMkLst>
        <pc:spChg chg="mod ord">
          <ac:chgData name="DARREN HUYNH" userId="S::dhuynh279@mustangs.deltacollege.edu::6e8ef5a3-942c-4c44-a0fb-93a53cb68621" providerId="AD" clId="Web-{B1348BDE-75F9-D83D-B73D-DBB16BD205BE}" dt="2025-02-26T01:10:36.535" v="519"/>
          <ac:spMkLst>
            <pc:docMk/>
            <pc:sldMk cId="3559988817" sldId="331"/>
            <ac:spMk id="2" creationId="{AE46F063-0DEA-E1EF-3C7F-EB82F144E664}"/>
          </ac:spMkLst>
        </pc:spChg>
        <pc:spChg chg="add del mod ord">
          <ac:chgData name="DARREN HUYNH" userId="S::dhuynh279@mustangs.deltacollege.edu::6e8ef5a3-942c-4c44-a0fb-93a53cb68621" providerId="AD" clId="Web-{B1348BDE-75F9-D83D-B73D-DBB16BD205BE}" dt="2025-02-26T01:10:26.550" v="518"/>
          <ac:spMkLst>
            <pc:docMk/>
            <pc:sldMk cId="3559988817" sldId="331"/>
            <ac:spMk id="3" creationId="{024D7EAF-C011-B1CC-6BA2-4A198915E57C}"/>
          </ac:spMkLst>
        </pc:spChg>
        <pc:spChg chg="add mod">
          <ac:chgData name="DARREN HUYNH" userId="S::dhuynh279@mustangs.deltacollege.edu::6e8ef5a3-942c-4c44-a0fb-93a53cb68621" providerId="AD" clId="Web-{B1348BDE-75F9-D83D-B73D-DBB16BD205BE}" dt="2025-02-26T01:10:36.535" v="519"/>
          <ac:spMkLst>
            <pc:docMk/>
            <pc:sldMk cId="3559988817" sldId="331"/>
            <ac:spMk id="14" creationId="{7DC32257-D4A6-C635-D5EE-62C246F705FB}"/>
          </ac:spMkLst>
        </pc:spChg>
        <pc:graphicFrameChg chg="mod modGraphic">
          <ac:chgData name="DARREN HUYNH" userId="S::dhuynh279@mustangs.deltacollege.edu::6e8ef5a3-942c-4c44-a0fb-93a53cb68621" providerId="AD" clId="Web-{B1348BDE-75F9-D83D-B73D-DBB16BD205BE}" dt="2025-02-26T01:11:05.177" v="692"/>
          <ac:graphicFrameMkLst>
            <pc:docMk/>
            <pc:sldMk cId="3559988817" sldId="331"/>
            <ac:graphicFrameMk id="9" creationId="{1537EB98-A312-281A-9842-761616DDE803}"/>
          </ac:graphicFrameMkLst>
        </pc:graphicFrameChg>
      </pc:sldChg>
    </pc:docChg>
  </pc:docChgLst>
  <pc:docChgLst>
    <pc:chgData name="DARREN HUYNH" userId="S::dhuynh279@mustangs.deltacollege.edu::6e8ef5a3-942c-4c44-a0fb-93a53cb68621" providerId="AD" clId="Web-{6082A37E-9D71-C5B9-ACE7-F08873EA9C47}"/>
    <pc:docChg chg="modSld">
      <pc:chgData name="DARREN HUYNH" userId="S::dhuynh279@mustangs.deltacollege.edu::6e8ef5a3-942c-4c44-a0fb-93a53cb68621" providerId="AD" clId="Web-{6082A37E-9D71-C5B9-ACE7-F08873EA9C47}" dt="2025-02-26T22:34:36.823" v="9"/>
      <pc:docMkLst>
        <pc:docMk/>
      </pc:docMkLst>
      <pc:sldChg chg="addSp delSp modSp">
        <pc:chgData name="DARREN HUYNH" userId="S::dhuynh279@mustangs.deltacollege.edu::6e8ef5a3-942c-4c44-a0fb-93a53cb68621" providerId="AD" clId="Web-{6082A37E-9D71-C5B9-ACE7-F08873EA9C47}" dt="2025-02-26T22:34:36.823" v="9"/>
        <pc:sldMkLst>
          <pc:docMk/>
          <pc:sldMk cId="2149261472" sldId="323"/>
        </pc:sldMkLst>
        <pc:spChg chg="mod">
          <ac:chgData name="DARREN HUYNH" userId="S::dhuynh279@mustangs.deltacollege.edu::6e8ef5a3-942c-4c44-a0fb-93a53cb68621" providerId="AD" clId="Web-{6082A37E-9D71-C5B9-ACE7-F08873EA9C47}" dt="2025-02-26T22:34:26.760" v="4" actId="20577"/>
          <ac:spMkLst>
            <pc:docMk/>
            <pc:sldMk cId="2149261472" sldId="323"/>
            <ac:spMk id="2" creationId="{8ED62B2F-534F-A196-1186-33D282CE3C7F}"/>
          </ac:spMkLst>
        </pc:spChg>
        <pc:spChg chg="del">
          <ac:chgData name="DARREN HUYNH" userId="S::dhuynh279@mustangs.deltacollege.edu::6e8ef5a3-942c-4c44-a0fb-93a53cb68621" providerId="AD" clId="Web-{6082A37E-9D71-C5B9-ACE7-F08873EA9C47}" dt="2025-02-26T22:34:32.839" v="6"/>
          <ac:spMkLst>
            <pc:docMk/>
            <pc:sldMk cId="2149261472" sldId="323"/>
            <ac:spMk id="3" creationId="{93C71586-1388-197C-1294-83D4DD85293E}"/>
          </ac:spMkLst>
        </pc:spChg>
        <pc:spChg chg="del">
          <ac:chgData name="DARREN HUYNH" userId="S::dhuynh279@mustangs.deltacollege.edu::6e8ef5a3-942c-4c44-a0fb-93a53cb68621" providerId="AD" clId="Web-{6082A37E-9D71-C5B9-ACE7-F08873EA9C47}" dt="2025-02-26T22:34:36.823" v="9"/>
          <ac:spMkLst>
            <pc:docMk/>
            <pc:sldMk cId="2149261472" sldId="323"/>
            <ac:spMk id="5" creationId="{0FF6EF25-1A43-B685-800B-85D36602EF9F}"/>
          </ac:spMkLst>
        </pc:spChg>
        <pc:spChg chg="add del mod">
          <ac:chgData name="DARREN HUYNH" userId="S::dhuynh279@mustangs.deltacollege.edu::6e8ef5a3-942c-4c44-a0fb-93a53cb68621" providerId="AD" clId="Web-{6082A37E-9D71-C5B9-ACE7-F08873EA9C47}" dt="2025-02-26T22:34:35.979" v="8"/>
          <ac:spMkLst>
            <pc:docMk/>
            <pc:sldMk cId="2149261472" sldId="323"/>
            <ac:spMk id="7" creationId="{C26269FA-9A00-0437-306F-51DBB651AA1F}"/>
          </ac:spMkLst>
        </pc:spChg>
        <pc:spChg chg="add del mod">
          <ac:chgData name="DARREN HUYNH" userId="S::dhuynh279@mustangs.deltacollege.edu::6e8ef5a3-942c-4c44-a0fb-93a53cb68621" providerId="AD" clId="Web-{6082A37E-9D71-C5B9-ACE7-F08873EA9C47}" dt="2025-02-26T22:34:35.979" v="7"/>
          <ac:spMkLst>
            <pc:docMk/>
            <pc:sldMk cId="2149261472" sldId="323"/>
            <ac:spMk id="9" creationId="{44823452-C29B-3586-A2FD-4AE47CB5F35D}"/>
          </ac:spMkLst>
        </pc:spChg>
        <pc:graphicFrameChg chg="del">
          <ac:chgData name="DARREN HUYNH" userId="S::dhuynh279@mustangs.deltacollege.edu::6e8ef5a3-942c-4c44-a0fb-93a53cb68621" providerId="AD" clId="Web-{6082A37E-9D71-C5B9-ACE7-F08873EA9C47}" dt="2025-02-26T22:34:32.792" v="5"/>
          <ac:graphicFrameMkLst>
            <pc:docMk/>
            <pc:sldMk cId="2149261472" sldId="323"/>
            <ac:graphicFrameMk id="6" creationId="{2EE5D6E7-8306-54E8-220A-099D3B755FFE}"/>
          </ac:graphicFrameMkLst>
        </pc:graphicFrameChg>
      </pc:sldChg>
    </pc:docChg>
  </pc:docChgLst>
  <pc:docChgLst>
    <pc:chgData name="DARREN HUYNH" userId="S::dhuynh279@mustangs.deltacollege.edu::6e8ef5a3-942c-4c44-a0fb-93a53cb68621" providerId="AD" clId="Web-{4F0750F6-5806-F522-33F4-F38B8EEFF6A0}"/>
    <pc:docChg chg="modSld">
      <pc:chgData name="DARREN HUYNH" userId="S::dhuynh279@mustangs.deltacollege.edu::6e8ef5a3-942c-4c44-a0fb-93a53cb68621" providerId="AD" clId="Web-{4F0750F6-5806-F522-33F4-F38B8EEFF6A0}" dt="2025-02-25T23:55:05.143" v="10" actId="1076"/>
      <pc:docMkLst>
        <pc:docMk/>
      </pc:docMkLst>
      <pc:sldChg chg="modSp">
        <pc:chgData name="DARREN HUYNH" userId="S::dhuynh279@mustangs.deltacollege.edu::6e8ef5a3-942c-4c44-a0fb-93a53cb68621" providerId="AD" clId="Web-{4F0750F6-5806-F522-33F4-F38B8EEFF6A0}" dt="2025-02-25T23:55:05.143" v="10" actId="1076"/>
        <pc:sldMkLst>
          <pc:docMk/>
          <pc:sldMk cId="2945390068" sldId="314"/>
        </pc:sldMkLst>
        <pc:spChg chg="mod">
          <ac:chgData name="DARREN HUYNH" userId="S::dhuynh279@mustangs.deltacollege.edu::6e8ef5a3-942c-4c44-a0fb-93a53cb68621" providerId="AD" clId="Web-{4F0750F6-5806-F522-33F4-F38B8EEFF6A0}" dt="2025-02-25T23:55:05.143" v="10" actId="1076"/>
          <ac:spMkLst>
            <pc:docMk/>
            <pc:sldMk cId="2945390068" sldId="314"/>
            <ac:spMk id="2" creationId="{35440D96-BFFB-05BD-30ED-0352500CD058}"/>
          </ac:spMkLst>
        </pc:spChg>
      </pc:sldChg>
    </pc:docChg>
  </pc:docChgLst>
  <pc:docChgLst>
    <pc:chgData name="DARREN HUYNH" userId="S::dhuynh279@mustangs.deltacollege.edu::6e8ef5a3-942c-4c44-a0fb-93a53cb68621" providerId="AD" clId="Web-{A9E6A607-5097-77FB-2B49-065D49DEEEE2}"/>
    <pc:docChg chg="addSld delSld modSld">
      <pc:chgData name="DARREN HUYNH" userId="S::dhuynh279@mustangs.deltacollege.edu::6e8ef5a3-942c-4c44-a0fb-93a53cb68621" providerId="AD" clId="Web-{A9E6A607-5097-77FB-2B49-065D49DEEEE2}" dt="2025-02-26T00:05:41.690" v="264"/>
      <pc:docMkLst>
        <pc:docMk/>
      </pc:docMkLst>
      <pc:sldChg chg="addSp modSp">
        <pc:chgData name="DARREN HUYNH" userId="S::dhuynh279@mustangs.deltacollege.edu::6e8ef5a3-942c-4c44-a0fb-93a53cb68621" providerId="AD" clId="Web-{A9E6A607-5097-77FB-2B49-065D49DEEEE2}" dt="2025-02-25T23:57:22.096" v="30" actId="20577"/>
        <pc:sldMkLst>
          <pc:docMk/>
          <pc:sldMk cId="2945390068" sldId="314"/>
        </pc:sldMkLst>
        <pc:spChg chg="mod">
          <ac:chgData name="DARREN HUYNH" userId="S::dhuynh279@mustangs.deltacollege.edu::6e8ef5a3-942c-4c44-a0fb-93a53cb68621" providerId="AD" clId="Web-{A9E6A607-5097-77FB-2B49-065D49DEEEE2}" dt="2025-02-25T23:57:22.096" v="30" actId="20577"/>
          <ac:spMkLst>
            <pc:docMk/>
            <pc:sldMk cId="2945390068" sldId="314"/>
            <ac:spMk id="2" creationId="{35440D96-BFFB-05BD-30ED-0352500CD058}"/>
          </ac:spMkLst>
        </pc:spChg>
        <pc:spChg chg="add mod">
          <ac:chgData name="DARREN HUYNH" userId="S::dhuynh279@mustangs.deltacollege.edu::6e8ef5a3-942c-4c44-a0fb-93a53cb68621" providerId="AD" clId="Web-{A9E6A607-5097-77FB-2B49-065D49DEEEE2}" dt="2025-02-25T23:57:02.220" v="25" actId="1076"/>
          <ac:spMkLst>
            <pc:docMk/>
            <pc:sldMk cId="2945390068" sldId="314"/>
            <ac:spMk id="3" creationId="{69AF76B3-1373-7047-47B2-7EBCE9753178}"/>
          </ac:spMkLst>
        </pc:spChg>
      </pc:sldChg>
      <pc:sldChg chg="modSp">
        <pc:chgData name="DARREN HUYNH" userId="S::dhuynh279@mustangs.deltacollege.edu::6e8ef5a3-942c-4c44-a0fb-93a53cb68621" providerId="AD" clId="Web-{A9E6A607-5097-77FB-2B49-065D49DEEEE2}" dt="2025-02-26T00:00:49.250" v="180" actId="20577"/>
        <pc:sldMkLst>
          <pc:docMk/>
          <pc:sldMk cId="542059410" sldId="315"/>
        </pc:sldMkLst>
        <pc:spChg chg="mod">
          <ac:chgData name="DARREN HUYNH" userId="S::dhuynh279@mustangs.deltacollege.edu::6e8ef5a3-942c-4c44-a0fb-93a53cb68621" providerId="AD" clId="Web-{A9E6A607-5097-77FB-2B49-065D49DEEEE2}" dt="2025-02-25T23:58:45.758" v="53" actId="20577"/>
          <ac:spMkLst>
            <pc:docMk/>
            <pc:sldMk cId="542059410" sldId="315"/>
            <ac:spMk id="3" creationId="{3474D05E-8A36-8D9F-519E-DB514A69D886}"/>
          </ac:spMkLst>
        </pc:spChg>
        <pc:spChg chg="mod">
          <ac:chgData name="DARREN HUYNH" userId="S::dhuynh279@mustangs.deltacollege.edu::6e8ef5a3-942c-4c44-a0fb-93a53cb68621" providerId="AD" clId="Web-{A9E6A607-5097-77FB-2B49-065D49DEEEE2}" dt="2025-02-26T00:00:49.250" v="180" actId="20577"/>
          <ac:spMkLst>
            <pc:docMk/>
            <pc:sldMk cId="542059410" sldId="315"/>
            <ac:spMk id="4" creationId="{B20C1E08-E337-110E-DB8E-41BA4A3341A1}"/>
          </ac:spMkLst>
        </pc:spChg>
      </pc:sldChg>
      <pc:sldChg chg="addSp delSp modSp">
        <pc:chgData name="DARREN HUYNH" userId="S::dhuynh279@mustangs.deltacollege.edu::6e8ef5a3-942c-4c44-a0fb-93a53cb68621" providerId="AD" clId="Web-{A9E6A607-5097-77FB-2B49-065D49DEEEE2}" dt="2025-02-26T00:02:32.210" v="202" actId="20577"/>
        <pc:sldMkLst>
          <pc:docMk/>
          <pc:sldMk cId="4293742996" sldId="316"/>
        </pc:sldMkLst>
        <pc:spChg chg="mod">
          <ac:chgData name="DARREN HUYNH" userId="S::dhuynh279@mustangs.deltacollege.edu::6e8ef5a3-942c-4c44-a0fb-93a53cb68621" providerId="AD" clId="Web-{A9E6A607-5097-77FB-2B49-065D49DEEEE2}" dt="2025-02-26T00:02:32.210" v="202" actId="20577"/>
          <ac:spMkLst>
            <pc:docMk/>
            <pc:sldMk cId="4293742996" sldId="316"/>
            <ac:spMk id="2" creationId="{6A36FD5F-786B-1974-5F47-94CA02CFA6E5}"/>
          </ac:spMkLst>
        </pc:spChg>
        <pc:spChg chg="add mod">
          <ac:chgData name="DARREN HUYNH" userId="S::dhuynh279@mustangs.deltacollege.edu::6e8ef5a3-942c-4c44-a0fb-93a53cb68621" providerId="AD" clId="Web-{A9E6A607-5097-77FB-2B49-065D49DEEEE2}" dt="2025-02-26T00:01:44.363" v="198"/>
          <ac:spMkLst>
            <pc:docMk/>
            <pc:sldMk cId="4293742996" sldId="316"/>
            <ac:spMk id="4" creationId="{BB536972-7813-07CD-9274-44E956362D0A}"/>
          </ac:spMkLst>
        </pc:spChg>
        <pc:picChg chg="del">
          <ac:chgData name="DARREN HUYNH" userId="S::dhuynh279@mustangs.deltacollege.edu::6e8ef5a3-942c-4c44-a0fb-93a53cb68621" providerId="AD" clId="Web-{A9E6A607-5097-77FB-2B49-065D49DEEEE2}" dt="2025-02-26T00:01:44.363" v="198"/>
          <ac:picMkLst>
            <pc:docMk/>
            <pc:sldMk cId="4293742996" sldId="316"/>
            <ac:picMk id="14" creationId="{F28819F3-7D3B-EB42-24FD-3C0BBC5963B5}"/>
          </ac:picMkLst>
        </pc:picChg>
      </pc:sldChg>
      <pc:sldChg chg="del">
        <pc:chgData name="DARREN HUYNH" userId="S::dhuynh279@mustangs.deltacollege.edu::6e8ef5a3-942c-4c44-a0fb-93a53cb68621" providerId="AD" clId="Web-{A9E6A607-5097-77FB-2B49-065D49DEEEE2}" dt="2025-02-26T00:02:09.911" v="201"/>
        <pc:sldMkLst>
          <pc:docMk/>
          <pc:sldMk cId="56176599" sldId="317"/>
        </pc:sldMkLst>
      </pc:sldChg>
      <pc:sldChg chg="addSp delSp modSp del">
        <pc:chgData name="DARREN HUYNH" userId="S::dhuynh279@mustangs.deltacollege.edu::6e8ef5a3-942c-4c44-a0fb-93a53cb68621" providerId="AD" clId="Web-{A9E6A607-5097-77FB-2B49-065D49DEEEE2}" dt="2025-02-26T00:05:10.704" v="254"/>
        <pc:sldMkLst>
          <pc:docMk/>
          <pc:sldMk cId="412000632" sldId="318"/>
        </pc:sldMkLst>
        <pc:spChg chg="mod">
          <ac:chgData name="DARREN HUYNH" userId="S::dhuynh279@mustangs.deltacollege.edu::6e8ef5a3-942c-4c44-a0fb-93a53cb68621" providerId="AD" clId="Web-{A9E6A607-5097-77FB-2B49-065D49DEEEE2}" dt="2025-02-26T00:03:15.384" v="225" actId="1076"/>
          <ac:spMkLst>
            <pc:docMk/>
            <pc:sldMk cId="412000632" sldId="318"/>
            <ac:spMk id="2" creationId="{018E4F0B-A6EB-861C-1C34-CAA9BDE47858}"/>
          </ac:spMkLst>
        </pc:spChg>
        <pc:spChg chg="del mod">
          <ac:chgData name="DARREN HUYNH" userId="S::dhuynh279@mustangs.deltacollege.edu::6e8ef5a3-942c-4c44-a0fb-93a53cb68621" providerId="AD" clId="Web-{A9E6A607-5097-77FB-2B49-065D49DEEEE2}" dt="2025-02-26T00:03:44.136" v="231"/>
          <ac:spMkLst>
            <pc:docMk/>
            <pc:sldMk cId="412000632" sldId="318"/>
            <ac:spMk id="3" creationId="{59F97739-E0DF-24F3-7886-013A799A52C3}"/>
          </ac:spMkLst>
        </pc:spChg>
        <pc:spChg chg="mod">
          <ac:chgData name="DARREN HUYNH" userId="S::dhuynh279@mustangs.deltacollege.edu::6e8ef5a3-942c-4c44-a0fb-93a53cb68621" providerId="AD" clId="Web-{A9E6A607-5097-77FB-2B49-065D49DEEEE2}" dt="2025-02-26T00:04:49.125" v="250" actId="20577"/>
          <ac:spMkLst>
            <pc:docMk/>
            <pc:sldMk cId="412000632" sldId="318"/>
            <ac:spMk id="4" creationId="{6FE0D061-7327-A55C-AF6A-A95C24DD8B72}"/>
          </ac:spMkLst>
        </pc:spChg>
        <pc:graphicFrameChg chg="add mod ord modGraphic">
          <ac:chgData name="DARREN HUYNH" userId="S::dhuynh279@mustangs.deltacollege.edu::6e8ef5a3-942c-4c44-a0fb-93a53cb68621" providerId="AD" clId="Web-{A9E6A607-5097-77FB-2B49-065D49DEEEE2}" dt="2025-02-26T00:04:42.812" v="249"/>
          <ac:graphicFrameMkLst>
            <pc:docMk/>
            <pc:sldMk cId="412000632" sldId="318"/>
            <ac:graphicFrameMk id="6" creationId="{9AC448F5-E7AA-B754-5F0A-28C3324B14D9}"/>
          </ac:graphicFrameMkLst>
        </pc:graphicFrameChg>
      </pc:sldChg>
      <pc:sldChg chg="addSp delSp modSp new mod modClrScheme chgLayout">
        <pc:chgData name="DARREN HUYNH" userId="S::dhuynh279@mustangs.deltacollege.edu::6e8ef5a3-942c-4c44-a0fb-93a53cb68621" providerId="AD" clId="Web-{A9E6A607-5097-77FB-2B49-065D49DEEEE2}" dt="2025-02-26T00:05:41.690" v="264"/>
        <pc:sldMkLst>
          <pc:docMk/>
          <pc:sldMk cId="570228777" sldId="326"/>
        </pc:sldMkLst>
        <pc:spChg chg="add del mod ord">
          <ac:chgData name="DARREN HUYNH" userId="S::dhuynh279@mustangs.deltacollege.edu::6e8ef5a3-942c-4c44-a0fb-93a53cb68621" providerId="AD" clId="Web-{A9E6A607-5097-77FB-2B49-065D49DEEEE2}" dt="2025-02-26T00:05:41.690" v="264"/>
          <ac:spMkLst>
            <pc:docMk/>
            <pc:sldMk cId="570228777" sldId="326"/>
            <ac:spMk id="2" creationId="{4389A9AB-8C18-3F7B-1E31-97CD2B86A0C9}"/>
          </ac:spMkLst>
        </pc:spChg>
        <pc:spChg chg="add del mod ord">
          <ac:chgData name="DARREN HUYNH" userId="S::dhuynh279@mustangs.deltacollege.edu::6e8ef5a3-942c-4c44-a0fb-93a53cb68621" providerId="AD" clId="Web-{A9E6A607-5097-77FB-2B49-065D49DEEEE2}" dt="2025-02-26T00:05:41.690" v="264"/>
          <ac:spMkLst>
            <pc:docMk/>
            <pc:sldMk cId="570228777" sldId="326"/>
            <ac:spMk id="3" creationId="{343A5B6E-8E11-F1AD-EE9D-83BDDA6D8AAC}"/>
          </ac:spMkLst>
        </pc:spChg>
        <pc:spChg chg="mod ord">
          <ac:chgData name="DARREN HUYNH" userId="S::dhuynh279@mustangs.deltacollege.edu::6e8ef5a3-942c-4c44-a0fb-93a53cb68621" providerId="AD" clId="Web-{A9E6A607-5097-77FB-2B49-065D49DEEEE2}" dt="2025-02-26T00:05:41.690" v="264"/>
          <ac:spMkLst>
            <pc:docMk/>
            <pc:sldMk cId="570228777" sldId="326"/>
            <ac:spMk id="4" creationId="{CAC6CEF8-3C1D-E0C2-3BC8-8EBC7D9D2EC8}"/>
          </ac:spMkLst>
        </pc:spChg>
        <pc:spChg chg="add del mod">
          <ac:chgData name="DARREN HUYNH" userId="S::dhuynh279@mustangs.deltacollege.edu::6e8ef5a3-942c-4c44-a0fb-93a53cb68621" providerId="AD" clId="Web-{A9E6A607-5097-77FB-2B49-065D49DEEEE2}" dt="2025-02-26T00:05:39.253" v="261"/>
          <ac:spMkLst>
            <pc:docMk/>
            <pc:sldMk cId="570228777" sldId="326"/>
            <ac:spMk id="9" creationId="{F651C14C-BB6E-F5A9-325C-EC6FA22154C2}"/>
          </ac:spMkLst>
        </pc:spChg>
        <pc:spChg chg="add del mod">
          <ac:chgData name="DARREN HUYNH" userId="S::dhuynh279@mustangs.deltacollege.edu::6e8ef5a3-942c-4c44-a0fb-93a53cb68621" providerId="AD" clId="Web-{A9E6A607-5097-77FB-2B49-065D49DEEEE2}" dt="2025-02-26T00:05:39.253" v="261"/>
          <ac:spMkLst>
            <pc:docMk/>
            <pc:sldMk cId="570228777" sldId="326"/>
            <ac:spMk id="11" creationId="{3D3EEEDD-7FC2-879C-F7ED-0FC9A87AA3A7}"/>
          </ac:spMkLst>
        </pc:spChg>
        <pc:spChg chg="add del mod">
          <ac:chgData name="DARREN HUYNH" userId="S::dhuynh279@mustangs.deltacollege.edu::6e8ef5a3-942c-4c44-a0fb-93a53cb68621" providerId="AD" clId="Web-{A9E6A607-5097-77FB-2B49-065D49DEEEE2}" dt="2025-02-26T00:05:41.675" v="263"/>
          <ac:spMkLst>
            <pc:docMk/>
            <pc:sldMk cId="570228777" sldId="326"/>
            <ac:spMk id="13" creationId="{6B385114-9BDA-02C0-EBD6-CB02493EF146}"/>
          </ac:spMkLst>
        </pc:spChg>
        <pc:spChg chg="add del mod">
          <ac:chgData name="DARREN HUYNH" userId="S::dhuynh279@mustangs.deltacollege.edu::6e8ef5a3-942c-4c44-a0fb-93a53cb68621" providerId="AD" clId="Web-{A9E6A607-5097-77FB-2B49-065D49DEEEE2}" dt="2025-02-26T00:05:41.675" v="263"/>
          <ac:spMkLst>
            <pc:docMk/>
            <pc:sldMk cId="570228777" sldId="326"/>
            <ac:spMk id="14" creationId="{053D0770-AE69-8538-F2DA-336BABE4BF9A}"/>
          </ac:spMkLst>
        </pc:spChg>
        <pc:spChg chg="add mod">
          <ac:chgData name="DARREN HUYNH" userId="S::dhuynh279@mustangs.deltacollege.edu::6e8ef5a3-942c-4c44-a0fb-93a53cb68621" providerId="AD" clId="Web-{A9E6A607-5097-77FB-2B49-065D49DEEEE2}" dt="2025-02-26T00:05:41.690" v="264"/>
          <ac:spMkLst>
            <pc:docMk/>
            <pc:sldMk cId="570228777" sldId="326"/>
            <ac:spMk id="16" creationId="{F651C14C-BB6E-F5A9-325C-EC6FA22154C2}"/>
          </ac:spMkLst>
        </pc:spChg>
        <pc:spChg chg="add mod">
          <ac:chgData name="DARREN HUYNH" userId="S::dhuynh279@mustangs.deltacollege.edu::6e8ef5a3-942c-4c44-a0fb-93a53cb68621" providerId="AD" clId="Web-{A9E6A607-5097-77FB-2B49-065D49DEEEE2}" dt="2025-02-26T00:05:41.690" v="264"/>
          <ac:spMkLst>
            <pc:docMk/>
            <pc:sldMk cId="570228777" sldId="326"/>
            <ac:spMk id="17" creationId="{3D3EEEDD-7FC2-879C-F7ED-0FC9A87AA3A7}"/>
          </ac:spMkLst>
        </pc:spChg>
      </pc:sldChg>
      <pc:sldChg chg="add del replId">
        <pc:chgData name="DARREN HUYNH" userId="S::dhuynh279@mustangs.deltacollege.edu::6e8ef5a3-942c-4c44-a0fb-93a53cb68621" providerId="AD" clId="Web-{A9E6A607-5097-77FB-2B49-065D49DEEEE2}" dt="2025-02-26T00:05:08.001" v="252"/>
        <pc:sldMkLst>
          <pc:docMk/>
          <pc:sldMk cId="831767922" sldId="326"/>
        </pc:sldMkLst>
      </pc:sldChg>
    </pc:docChg>
  </pc:docChgLst>
  <pc:docChgLst>
    <pc:chgData name="DARREN HUYNH" userId="S::dhuynh279@mustangs.deltacollege.edu::6e8ef5a3-942c-4c44-a0fb-93a53cb68621" providerId="AD" clId="Web-{44A1167F-335B-E697-C719-F41D658B7DC2}"/>
    <pc:docChg chg="addSld delSld modSld">
      <pc:chgData name="DARREN HUYNH" userId="S::dhuynh279@mustangs.deltacollege.edu::6e8ef5a3-942c-4c44-a0fb-93a53cb68621" providerId="AD" clId="Web-{44A1167F-335B-E697-C719-F41D658B7DC2}" dt="2025-04-29T00:19:20.769" v="237" actId="14100"/>
      <pc:docMkLst>
        <pc:docMk/>
      </pc:docMkLst>
      <pc:sldChg chg="delSp modSp del">
        <pc:chgData name="DARREN HUYNH" userId="S::dhuynh279@mustangs.deltacollege.edu::6e8ef5a3-942c-4c44-a0fb-93a53cb68621" providerId="AD" clId="Web-{44A1167F-335B-E697-C719-F41D658B7DC2}" dt="2025-04-29T00:18:37.235" v="227"/>
        <pc:sldMkLst>
          <pc:docMk/>
          <pc:sldMk cId="3675514920" sldId="332"/>
        </pc:sldMkLst>
        <pc:graphicFrameChg chg="del mod modGraphic">
          <ac:chgData name="DARREN HUYNH" userId="S::dhuynh279@mustangs.deltacollege.edu::6e8ef5a3-942c-4c44-a0fb-93a53cb68621" providerId="AD" clId="Web-{44A1167F-335B-E697-C719-F41D658B7DC2}" dt="2025-04-29T00:18:33.016" v="226"/>
          <ac:graphicFrameMkLst>
            <pc:docMk/>
            <pc:sldMk cId="3675514920" sldId="332"/>
            <ac:graphicFrameMk id="7" creationId="{A77001FB-EF10-8CD4-C163-C5E2FCF0ED7D}"/>
          </ac:graphicFrameMkLst>
        </pc:graphicFrameChg>
      </pc:sldChg>
      <pc:sldChg chg="addSp delSp modSp new mod modClrScheme chgLayout">
        <pc:chgData name="DARREN HUYNH" userId="S::dhuynh279@mustangs.deltacollege.edu::6e8ef5a3-942c-4c44-a0fb-93a53cb68621" providerId="AD" clId="Web-{44A1167F-335B-E697-C719-F41D658B7DC2}" dt="2025-04-29T00:18:21.562" v="223" actId="1076"/>
        <pc:sldMkLst>
          <pc:docMk/>
          <pc:sldMk cId="1036156210" sldId="333"/>
        </pc:sldMkLst>
        <pc:spChg chg="mod ord">
          <ac:chgData name="DARREN HUYNH" userId="S::dhuynh279@mustangs.deltacollege.edu::6e8ef5a3-942c-4c44-a0fb-93a53cb68621" providerId="AD" clId="Web-{44A1167F-335B-E697-C719-F41D658B7DC2}" dt="2025-04-29T00:18:21.562" v="223" actId="1076"/>
          <ac:spMkLst>
            <pc:docMk/>
            <pc:sldMk cId="1036156210" sldId="333"/>
            <ac:spMk id="2" creationId="{C7ED4267-8F79-233F-967D-4BF6D96AB090}"/>
          </ac:spMkLst>
        </pc:spChg>
        <pc:spChg chg="del">
          <ac:chgData name="DARREN HUYNH" userId="S::dhuynh279@mustangs.deltacollege.edu::6e8ef5a3-942c-4c44-a0fb-93a53cb68621" providerId="AD" clId="Web-{44A1167F-335B-E697-C719-F41D658B7DC2}" dt="2025-04-29T00:12:31.698" v="1"/>
          <ac:spMkLst>
            <pc:docMk/>
            <pc:sldMk cId="1036156210" sldId="333"/>
            <ac:spMk id="3" creationId="{DB264F11-3FD8-3E5F-929E-8DA00BB47A36}"/>
          </ac:spMkLst>
        </pc:spChg>
        <pc:spChg chg="mod ord">
          <ac:chgData name="DARREN HUYNH" userId="S::dhuynh279@mustangs.deltacollege.edu::6e8ef5a3-942c-4c44-a0fb-93a53cb68621" providerId="AD" clId="Web-{44A1167F-335B-E697-C719-F41D658B7DC2}" dt="2025-04-29T00:13:30.249" v="11"/>
          <ac:spMkLst>
            <pc:docMk/>
            <pc:sldMk cId="1036156210" sldId="333"/>
            <ac:spMk id="4" creationId="{2994DB13-8E28-E9AA-4911-4C0F0EF386F4}"/>
          </ac:spMkLst>
        </pc:spChg>
        <pc:spChg chg="add del mod ord">
          <ac:chgData name="DARREN HUYNH" userId="S::dhuynh279@mustangs.deltacollege.edu::6e8ef5a3-942c-4c44-a0fb-93a53cb68621" providerId="AD" clId="Web-{44A1167F-335B-E697-C719-F41D658B7DC2}" dt="2025-04-29T00:14:20.361" v="12"/>
          <ac:spMkLst>
            <pc:docMk/>
            <pc:sldMk cId="1036156210" sldId="333"/>
            <ac:spMk id="5" creationId="{D3205172-F559-0487-1FF3-8E332BD23AB7}"/>
          </ac:spMkLst>
        </pc:spChg>
        <pc:graphicFrameChg chg="add mod modGraphic">
          <ac:chgData name="DARREN HUYNH" userId="S::dhuynh279@mustangs.deltacollege.edu::6e8ef5a3-942c-4c44-a0fb-93a53cb68621" providerId="AD" clId="Web-{44A1167F-335B-E697-C719-F41D658B7DC2}" dt="2025-04-29T00:18:15.171" v="222" actId="1076"/>
          <ac:graphicFrameMkLst>
            <pc:docMk/>
            <pc:sldMk cId="1036156210" sldId="333"/>
            <ac:graphicFrameMk id="7" creationId="{7B1DAC8B-DE21-56AD-930B-23DB781E1435}"/>
          </ac:graphicFrameMkLst>
        </pc:graphicFrameChg>
      </pc:sldChg>
      <pc:sldChg chg="new">
        <pc:chgData name="DARREN HUYNH" userId="S::dhuynh279@mustangs.deltacollege.edu::6e8ef5a3-942c-4c44-a0fb-93a53cb68621" providerId="AD" clId="Web-{44A1167F-335B-E697-C719-F41D658B7DC2}" dt="2025-04-29T00:18:39.173" v="228"/>
        <pc:sldMkLst>
          <pc:docMk/>
          <pc:sldMk cId="361256864" sldId="334"/>
        </pc:sldMkLst>
      </pc:sldChg>
      <pc:sldChg chg="addSp delSp modSp new">
        <pc:chgData name="DARREN HUYNH" userId="S::dhuynh279@mustangs.deltacollege.edu::6e8ef5a3-942c-4c44-a0fb-93a53cb68621" providerId="AD" clId="Web-{44A1167F-335B-E697-C719-F41D658B7DC2}" dt="2025-04-29T00:19:20.769" v="237" actId="14100"/>
        <pc:sldMkLst>
          <pc:docMk/>
          <pc:sldMk cId="2685945620" sldId="335"/>
        </pc:sldMkLst>
        <pc:spChg chg="del">
          <ac:chgData name="DARREN HUYNH" userId="S::dhuynh279@mustangs.deltacollege.edu::6e8ef5a3-942c-4c44-a0fb-93a53cb68621" providerId="AD" clId="Web-{44A1167F-335B-E697-C719-F41D658B7DC2}" dt="2025-04-29T00:18:54.142" v="230"/>
          <ac:spMkLst>
            <pc:docMk/>
            <pc:sldMk cId="2685945620" sldId="335"/>
            <ac:spMk id="2" creationId="{8C201592-619C-9F6E-3493-8B8267A6A35E}"/>
          </ac:spMkLst>
        </pc:spChg>
        <pc:spChg chg="del">
          <ac:chgData name="DARREN HUYNH" userId="S::dhuynh279@mustangs.deltacollege.edu::6e8ef5a3-942c-4c44-a0fb-93a53cb68621" providerId="AD" clId="Web-{44A1167F-335B-E697-C719-F41D658B7DC2}" dt="2025-04-29T00:18:56.799" v="231"/>
          <ac:spMkLst>
            <pc:docMk/>
            <pc:sldMk cId="2685945620" sldId="335"/>
            <ac:spMk id="3" creationId="{0A512977-E649-83D2-1CDF-292C778E7255}"/>
          </ac:spMkLst>
        </pc:spChg>
        <pc:spChg chg="add mod">
          <ac:chgData name="DARREN HUYNH" userId="S::dhuynh279@mustangs.deltacollege.edu::6e8ef5a3-942c-4c44-a0fb-93a53cb68621" providerId="AD" clId="Web-{44A1167F-335B-E697-C719-F41D658B7DC2}" dt="2025-04-29T00:19:20.769" v="237" actId="14100"/>
          <ac:spMkLst>
            <pc:docMk/>
            <pc:sldMk cId="2685945620" sldId="335"/>
            <ac:spMk id="6" creationId="{C170F83E-0FAB-FD3A-9889-47FEE2C1E2FC}"/>
          </ac:spMkLst>
        </pc:spChg>
      </pc:sldChg>
    </pc:docChg>
  </pc:docChgLst>
  <pc:docChgLst>
    <pc:chgData name="DARREN HUYNH" userId="S::dhuynh279@mustangs.deltacollege.edu::6e8ef5a3-942c-4c44-a0fb-93a53cb68621" providerId="AD" clId="Web-{8CF2C317-7B3D-F6DD-857F-E40E5BB7C49D}"/>
    <pc:docChg chg="delSld">
      <pc:chgData name="DARREN HUYNH" userId="S::dhuynh279@mustangs.deltacollege.edu::6e8ef5a3-942c-4c44-a0fb-93a53cb68621" providerId="AD" clId="Web-{8CF2C317-7B3D-F6DD-857F-E40E5BB7C49D}" dt="2025-04-26T01:20:29.790" v="9"/>
      <pc:docMkLst>
        <pc:docMk/>
      </pc:docMkLst>
      <pc:sldChg chg="del">
        <pc:chgData name="DARREN HUYNH" userId="S::dhuynh279@mustangs.deltacollege.edu::6e8ef5a3-942c-4c44-a0fb-93a53cb68621" providerId="AD" clId="Web-{8CF2C317-7B3D-F6DD-857F-E40E5BB7C49D}" dt="2025-04-26T01:20:13.743" v="0"/>
        <pc:sldMkLst>
          <pc:docMk/>
          <pc:sldMk cId="542059410" sldId="315"/>
        </pc:sldMkLst>
      </pc:sldChg>
      <pc:sldChg chg="del">
        <pc:chgData name="DARREN HUYNH" userId="S::dhuynh279@mustangs.deltacollege.edu::6e8ef5a3-942c-4c44-a0fb-93a53cb68621" providerId="AD" clId="Web-{8CF2C317-7B3D-F6DD-857F-E40E5BB7C49D}" dt="2025-04-26T01:20:21.946" v="1"/>
        <pc:sldMkLst>
          <pc:docMk/>
          <pc:sldMk cId="4293742996" sldId="316"/>
        </pc:sldMkLst>
      </pc:sldChg>
      <pc:sldChg chg="del">
        <pc:chgData name="DARREN HUYNH" userId="S::dhuynh279@mustangs.deltacollege.edu::6e8ef5a3-942c-4c44-a0fb-93a53cb68621" providerId="AD" clId="Web-{8CF2C317-7B3D-F6DD-857F-E40E5BB7C49D}" dt="2025-04-26T01:20:25.306" v="7"/>
        <pc:sldMkLst>
          <pc:docMk/>
          <pc:sldMk cId="2149261472" sldId="323"/>
        </pc:sldMkLst>
      </pc:sldChg>
      <pc:sldChg chg="del">
        <pc:chgData name="DARREN HUYNH" userId="S::dhuynh279@mustangs.deltacollege.edu::6e8ef5a3-942c-4c44-a0fb-93a53cb68621" providerId="AD" clId="Web-{8CF2C317-7B3D-F6DD-857F-E40E5BB7C49D}" dt="2025-04-26T01:20:28.681" v="8"/>
        <pc:sldMkLst>
          <pc:docMk/>
          <pc:sldMk cId="2398406067" sldId="324"/>
        </pc:sldMkLst>
      </pc:sldChg>
      <pc:sldChg chg="del">
        <pc:chgData name="DARREN HUYNH" userId="S::dhuynh279@mustangs.deltacollege.edu::6e8ef5a3-942c-4c44-a0fb-93a53cb68621" providerId="AD" clId="Web-{8CF2C317-7B3D-F6DD-857F-E40E5BB7C49D}" dt="2025-04-26T01:20:29.790" v="9"/>
        <pc:sldMkLst>
          <pc:docMk/>
          <pc:sldMk cId="2323500703" sldId="325"/>
        </pc:sldMkLst>
      </pc:sldChg>
      <pc:sldChg chg="del">
        <pc:chgData name="DARREN HUYNH" userId="S::dhuynh279@mustangs.deltacollege.edu::6e8ef5a3-942c-4c44-a0fb-93a53cb68621" providerId="AD" clId="Web-{8CF2C317-7B3D-F6DD-857F-E40E5BB7C49D}" dt="2025-04-26T01:20:22.259" v="2"/>
        <pc:sldMkLst>
          <pc:docMk/>
          <pc:sldMk cId="2254593778" sldId="326"/>
        </pc:sldMkLst>
      </pc:sldChg>
      <pc:sldChg chg="del">
        <pc:chgData name="DARREN HUYNH" userId="S::dhuynh279@mustangs.deltacollege.edu::6e8ef5a3-942c-4c44-a0fb-93a53cb68621" providerId="AD" clId="Web-{8CF2C317-7B3D-F6DD-857F-E40E5BB7C49D}" dt="2025-04-26T01:20:22.274" v="3"/>
        <pc:sldMkLst>
          <pc:docMk/>
          <pc:sldMk cId="290604309" sldId="328"/>
        </pc:sldMkLst>
      </pc:sldChg>
      <pc:sldChg chg="del">
        <pc:chgData name="DARREN HUYNH" userId="S::dhuynh279@mustangs.deltacollege.edu::6e8ef5a3-942c-4c44-a0fb-93a53cb68621" providerId="AD" clId="Web-{8CF2C317-7B3D-F6DD-857F-E40E5BB7C49D}" dt="2025-04-26T01:20:22.415" v="5"/>
        <pc:sldMkLst>
          <pc:docMk/>
          <pc:sldMk cId="922029416" sldId="329"/>
        </pc:sldMkLst>
      </pc:sldChg>
      <pc:sldChg chg="del">
        <pc:chgData name="DARREN HUYNH" userId="S::dhuynh279@mustangs.deltacollege.edu::6e8ef5a3-942c-4c44-a0fb-93a53cb68621" providerId="AD" clId="Web-{8CF2C317-7B3D-F6DD-857F-E40E5BB7C49D}" dt="2025-04-26T01:20:22.399" v="4"/>
        <pc:sldMkLst>
          <pc:docMk/>
          <pc:sldMk cId="717160567" sldId="330"/>
        </pc:sldMkLst>
      </pc:sldChg>
      <pc:sldChg chg="del">
        <pc:chgData name="DARREN HUYNH" userId="S::dhuynh279@mustangs.deltacollege.edu::6e8ef5a3-942c-4c44-a0fb-93a53cb68621" providerId="AD" clId="Web-{8CF2C317-7B3D-F6DD-857F-E40E5BB7C49D}" dt="2025-04-26T01:20:22.556" v="6"/>
        <pc:sldMkLst>
          <pc:docMk/>
          <pc:sldMk cId="12154250" sldId="331"/>
        </pc:sldMkLst>
      </pc:sldChg>
    </pc:docChg>
  </pc:docChgLst>
  <pc:docChgLst>
    <pc:chgData name="DARREN HUYNH" userId="S::dhuynh279@mustangs.deltacollege.edu::6e8ef5a3-942c-4c44-a0fb-93a53cb68621" providerId="AD" clId="Web-{76BE7AE9-B89A-3086-D3F4-E53C9198A49E}"/>
    <pc:docChg chg="addSld delSld modSld">
      <pc:chgData name="DARREN HUYNH" userId="S::dhuynh279@mustangs.deltacollege.edu::6e8ef5a3-942c-4c44-a0fb-93a53cb68621" providerId="AD" clId="Web-{76BE7AE9-B89A-3086-D3F4-E53C9198A49E}" dt="2025-02-26T00:06:52.780" v="5" actId="20577"/>
      <pc:docMkLst>
        <pc:docMk/>
      </pc:docMkLst>
      <pc:sldChg chg="del">
        <pc:chgData name="DARREN HUYNH" userId="S::dhuynh279@mustangs.deltacollege.edu::6e8ef5a3-942c-4c44-a0fb-93a53cb68621" providerId="AD" clId="Web-{76BE7AE9-B89A-3086-D3F4-E53C9198A49E}" dt="2025-02-26T00:06:34.014" v="0"/>
        <pc:sldMkLst>
          <pc:docMk/>
          <pc:sldMk cId="570228777" sldId="326"/>
        </pc:sldMkLst>
      </pc:sldChg>
      <pc:sldChg chg="modSp new mod modClrScheme chgLayout">
        <pc:chgData name="DARREN HUYNH" userId="S::dhuynh279@mustangs.deltacollege.edu::6e8ef5a3-942c-4c44-a0fb-93a53cb68621" providerId="AD" clId="Web-{76BE7AE9-B89A-3086-D3F4-E53C9198A49E}" dt="2025-02-26T00:06:52.780" v="5" actId="20577"/>
        <pc:sldMkLst>
          <pc:docMk/>
          <pc:sldMk cId="2254593778" sldId="326"/>
        </pc:sldMkLst>
        <pc:spChg chg="mod ord">
          <ac:chgData name="DARREN HUYNH" userId="S::dhuynh279@mustangs.deltacollege.edu::6e8ef5a3-942c-4c44-a0fb-93a53cb68621" providerId="AD" clId="Web-{76BE7AE9-B89A-3086-D3F4-E53C9198A49E}" dt="2025-02-26T00:06:52.780" v="5" actId="20577"/>
          <ac:spMkLst>
            <pc:docMk/>
            <pc:sldMk cId="2254593778" sldId="326"/>
            <ac:spMk id="2" creationId="{34DDBC45-F0A8-1575-5603-8DE61191E62B}"/>
          </ac:spMkLst>
        </pc:spChg>
        <pc:spChg chg="mod ord">
          <ac:chgData name="DARREN HUYNH" userId="S::dhuynh279@mustangs.deltacollege.edu::6e8ef5a3-942c-4c44-a0fb-93a53cb68621" providerId="AD" clId="Web-{76BE7AE9-B89A-3086-D3F4-E53C9198A49E}" dt="2025-02-26T00:06:46.733" v="2"/>
          <ac:spMkLst>
            <pc:docMk/>
            <pc:sldMk cId="2254593778" sldId="326"/>
            <ac:spMk id="3" creationId="{CECE9BEC-984B-C627-1E45-8D597C5E5492}"/>
          </ac:spMkLst>
        </pc:spChg>
      </pc:sldChg>
    </pc:docChg>
  </pc:docChgLst>
  <pc:docChgLst>
    <pc:chgData name="DARREN HUYNH" userId="S::dhuynh279@mustangs.deltacollege.edu::6e8ef5a3-942c-4c44-a0fb-93a53cb68621" providerId="AD" clId="Web-{D3BC3D73-416D-BAC0-D678-24D7977B6E61}"/>
    <pc:docChg chg="addSld delSld modSld">
      <pc:chgData name="DARREN HUYNH" userId="S::dhuynh279@mustangs.deltacollege.edu::6e8ef5a3-942c-4c44-a0fb-93a53cb68621" providerId="AD" clId="Web-{D3BC3D73-416D-BAC0-D678-24D7977B6E61}" dt="2025-02-26T01:01:20.115" v="1215"/>
      <pc:docMkLst>
        <pc:docMk/>
      </pc:docMkLst>
      <pc:sldChg chg="del">
        <pc:chgData name="DARREN HUYNH" userId="S::dhuynh279@mustangs.deltacollege.edu::6e8ef5a3-942c-4c44-a0fb-93a53cb68621" providerId="AD" clId="Web-{D3BC3D73-416D-BAC0-D678-24D7977B6E61}" dt="2025-02-26T00:16:32.277" v="0"/>
        <pc:sldMkLst>
          <pc:docMk/>
          <pc:sldMk cId="430403476" sldId="320"/>
        </pc:sldMkLst>
      </pc:sldChg>
      <pc:sldChg chg="addSp delSp modSp add del mod modClrScheme chgLayout">
        <pc:chgData name="DARREN HUYNH" userId="S::dhuynh279@mustangs.deltacollege.edu::6e8ef5a3-942c-4c44-a0fb-93a53cb68621" providerId="AD" clId="Web-{D3BC3D73-416D-BAC0-D678-24D7977B6E61}" dt="2025-02-26T00:59:15.016" v="866"/>
        <pc:sldMkLst>
          <pc:docMk/>
          <pc:sldMk cId="569699605" sldId="321"/>
        </pc:sldMkLst>
        <pc:spChg chg="add del mod ord">
          <ac:chgData name="DARREN HUYNH" userId="S::dhuynh279@mustangs.deltacollege.edu::6e8ef5a3-942c-4c44-a0fb-93a53cb68621" providerId="AD" clId="Web-{D3BC3D73-416D-BAC0-D678-24D7977B6E61}" dt="2025-02-26T00:54:22.550" v="505"/>
          <ac:spMkLst>
            <pc:docMk/>
            <pc:sldMk cId="569699605" sldId="321"/>
            <ac:spMk id="2" creationId="{6DBDB0AE-5ADD-1975-6BDD-38608925072A}"/>
          </ac:spMkLst>
        </pc:spChg>
        <pc:spChg chg="del mod">
          <ac:chgData name="DARREN HUYNH" userId="S::dhuynh279@mustangs.deltacollege.edu::6e8ef5a3-942c-4c44-a0fb-93a53cb68621" providerId="AD" clId="Web-{D3BC3D73-416D-BAC0-D678-24D7977B6E61}" dt="2025-02-26T00:17:35.293" v="37"/>
          <ac:spMkLst>
            <pc:docMk/>
            <pc:sldMk cId="569699605" sldId="321"/>
            <ac:spMk id="3" creationId="{E374C67C-D286-74AE-086C-3E45FF9D9542}"/>
          </ac:spMkLst>
        </pc:spChg>
        <pc:spChg chg="del mod">
          <ac:chgData name="DARREN HUYNH" userId="S::dhuynh279@mustangs.deltacollege.edu::6e8ef5a3-942c-4c44-a0fb-93a53cb68621" providerId="AD" clId="Web-{D3BC3D73-416D-BAC0-D678-24D7977B6E61}" dt="2025-02-26T00:17:35.293" v="36"/>
          <ac:spMkLst>
            <pc:docMk/>
            <pc:sldMk cId="569699605" sldId="321"/>
            <ac:spMk id="4" creationId="{701C2F4A-ABC8-39B2-B7BB-36C02B7A4540}"/>
          </ac:spMkLst>
        </pc:spChg>
        <pc:spChg chg="del mod">
          <ac:chgData name="DARREN HUYNH" userId="S::dhuynh279@mustangs.deltacollege.edu::6e8ef5a3-942c-4c44-a0fb-93a53cb68621" providerId="AD" clId="Web-{D3BC3D73-416D-BAC0-D678-24D7977B6E61}" dt="2025-02-26T00:25:14.826" v="346"/>
          <ac:spMkLst>
            <pc:docMk/>
            <pc:sldMk cId="569699605" sldId="321"/>
            <ac:spMk id="5" creationId="{4D27E5DB-AFB6-9088-87C9-1F671C0B0330}"/>
          </ac:spMkLst>
        </pc:spChg>
        <pc:spChg chg="add del">
          <ac:chgData name="DARREN HUYNH" userId="S::dhuynh279@mustangs.deltacollege.edu::6e8ef5a3-942c-4c44-a0fb-93a53cb68621" providerId="AD" clId="Web-{D3BC3D73-416D-BAC0-D678-24D7977B6E61}" dt="2025-02-26T00:17:28.480" v="35"/>
          <ac:spMkLst>
            <pc:docMk/>
            <pc:sldMk cId="569699605" sldId="321"/>
            <ac:spMk id="6" creationId="{2CFADA2D-CE7A-511E-45B9-EAF4FA520E34}"/>
          </ac:spMkLst>
        </pc:spChg>
        <pc:spChg chg="add del mod ord">
          <ac:chgData name="DARREN HUYNH" userId="S::dhuynh279@mustangs.deltacollege.edu::6e8ef5a3-942c-4c44-a0fb-93a53cb68621" providerId="AD" clId="Web-{D3BC3D73-416D-BAC0-D678-24D7977B6E61}" dt="2025-02-26T00:49:47.617" v="458"/>
          <ac:spMkLst>
            <pc:docMk/>
            <pc:sldMk cId="569699605" sldId="321"/>
            <ac:spMk id="9" creationId="{375C3132-8530-9B0D-914C-3EFFA727A573}"/>
          </ac:spMkLst>
        </pc:spChg>
        <pc:spChg chg="add del mod">
          <ac:chgData name="DARREN HUYNH" userId="S::dhuynh279@mustangs.deltacollege.edu::6e8ef5a3-942c-4c44-a0fb-93a53cb68621" providerId="AD" clId="Web-{D3BC3D73-416D-BAC0-D678-24D7977B6E61}" dt="2025-02-26T00:54:22.550" v="505"/>
          <ac:spMkLst>
            <pc:docMk/>
            <pc:sldMk cId="569699605" sldId="321"/>
            <ac:spMk id="13" creationId="{78C03905-9A2F-A8CA-0157-D613D13F8D5D}"/>
          </ac:spMkLst>
        </pc:spChg>
        <pc:graphicFrameChg chg="add del mod">
          <ac:chgData name="DARREN HUYNH" userId="S::dhuynh279@mustangs.deltacollege.edu::6e8ef5a3-942c-4c44-a0fb-93a53cb68621" providerId="AD" clId="Web-{D3BC3D73-416D-BAC0-D678-24D7977B6E61}" dt="2025-02-26T00:46:52.563" v="360"/>
          <ac:graphicFrameMkLst>
            <pc:docMk/>
            <pc:sldMk cId="569699605" sldId="321"/>
            <ac:graphicFrameMk id="4" creationId="{8D59B105-C56C-284F-3863-EFF4DBE892B1}"/>
          </ac:graphicFrameMkLst>
        </pc:graphicFrameChg>
        <pc:graphicFrameChg chg="add del mod">
          <ac:chgData name="DARREN HUYNH" userId="S::dhuynh279@mustangs.deltacollege.edu::6e8ef5a3-942c-4c44-a0fb-93a53cb68621" providerId="AD" clId="Web-{D3BC3D73-416D-BAC0-D678-24D7977B6E61}" dt="2025-02-26T00:46:52.563" v="359"/>
          <ac:graphicFrameMkLst>
            <pc:docMk/>
            <pc:sldMk cId="569699605" sldId="321"/>
            <ac:graphicFrameMk id="6" creationId="{C44E39F9-6DCC-C073-3002-42B839BEDAFE}"/>
          </ac:graphicFrameMkLst>
        </pc:graphicFrameChg>
        <pc:graphicFrameChg chg="add del mod modGraphic">
          <ac:chgData name="DARREN HUYNH" userId="S::dhuynh279@mustangs.deltacollege.edu::6e8ef5a3-942c-4c44-a0fb-93a53cb68621" providerId="AD" clId="Web-{D3BC3D73-416D-BAC0-D678-24D7977B6E61}" dt="2025-02-26T00:18:22.668" v="47"/>
          <ac:graphicFrameMkLst>
            <pc:docMk/>
            <pc:sldMk cId="569699605" sldId="321"/>
            <ac:graphicFrameMk id="8" creationId="{40987BA6-3388-FDB3-F261-D2591B3C5BE7}"/>
          </ac:graphicFrameMkLst>
        </pc:graphicFrameChg>
        <pc:graphicFrameChg chg="add del mod modGraphic">
          <ac:chgData name="DARREN HUYNH" userId="S::dhuynh279@mustangs.deltacollege.edu::6e8ef5a3-942c-4c44-a0fb-93a53cb68621" providerId="AD" clId="Web-{D3BC3D73-416D-BAC0-D678-24D7977B6E61}" dt="2025-02-26T00:54:25.801" v="509"/>
          <ac:graphicFrameMkLst>
            <pc:docMk/>
            <pc:sldMk cId="569699605" sldId="321"/>
            <ac:graphicFrameMk id="8" creationId="{C805AAA6-0EFF-9A68-5F6F-AC3262E9D296}"/>
          </ac:graphicFrameMkLst>
        </pc:graphicFrameChg>
        <pc:graphicFrameChg chg="add del mod modGraphic">
          <ac:chgData name="DARREN HUYNH" userId="S::dhuynh279@mustangs.deltacollege.edu::6e8ef5a3-942c-4c44-a0fb-93a53cb68621" providerId="AD" clId="Web-{D3BC3D73-416D-BAC0-D678-24D7977B6E61}" dt="2025-02-26T00:21:40.841" v="71"/>
          <ac:graphicFrameMkLst>
            <pc:docMk/>
            <pc:sldMk cId="569699605" sldId="321"/>
            <ac:graphicFrameMk id="10" creationId="{E78BA7E8-31C9-BF22-94E5-73F31774341B}"/>
          </ac:graphicFrameMkLst>
        </pc:graphicFrameChg>
        <pc:graphicFrameChg chg="add del mod modGraphic">
          <ac:chgData name="DARREN HUYNH" userId="S::dhuynh279@mustangs.deltacollege.edu::6e8ef5a3-942c-4c44-a0fb-93a53cb68621" providerId="AD" clId="Web-{D3BC3D73-416D-BAC0-D678-24D7977B6E61}" dt="2025-02-26T00:54:25.801" v="508"/>
          <ac:graphicFrameMkLst>
            <pc:docMk/>
            <pc:sldMk cId="569699605" sldId="321"/>
            <ac:graphicFrameMk id="11" creationId="{30D30794-B82E-E4B3-2BDF-1B439B0469BB}"/>
          </ac:graphicFrameMkLst>
        </pc:graphicFrameChg>
        <pc:graphicFrameChg chg="add del mod modGraphic">
          <ac:chgData name="DARREN HUYNH" userId="S::dhuynh279@mustangs.deltacollege.edu::6e8ef5a3-942c-4c44-a0fb-93a53cb68621" providerId="AD" clId="Web-{D3BC3D73-416D-BAC0-D678-24D7977B6E61}" dt="2025-02-26T00:22:56.373" v="164"/>
          <ac:graphicFrameMkLst>
            <pc:docMk/>
            <pc:sldMk cId="569699605" sldId="321"/>
            <ac:graphicFrameMk id="12" creationId="{0F49ECF4-F518-2141-C20F-C19659B7EBBF}"/>
          </ac:graphicFrameMkLst>
        </pc:graphicFrameChg>
        <pc:graphicFrameChg chg="add del mod modGraphic">
          <ac:chgData name="DARREN HUYNH" userId="S::dhuynh279@mustangs.deltacollege.edu::6e8ef5a3-942c-4c44-a0fb-93a53cb68621" providerId="AD" clId="Web-{D3BC3D73-416D-BAC0-D678-24D7977B6E61}" dt="2025-02-26T00:23:58.420" v="170"/>
          <ac:graphicFrameMkLst>
            <pc:docMk/>
            <pc:sldMk cId="569699605" sldId="321"/>
            <ac:graphicFrameMk id="14" creationId="{58FB47BB-FEC9-B411-2671-65F23EE6D672}"/>
          </ac:graphicFrameMkLst>
        </pc:graphicFrameChg>
        <pc:graphicFrameChg chg="add mod modGraphic">
          <ac:chgData name="DARREN HUYNH" userId="S::dhuynh279@mustangs.deltacollege.edu::6e8ef5a3-942c-4c44-a0fb-93a53cb68621" providerId="AD" clId="Web-{D3BC3D73-416D-BAC0-D678-24D7977B6E61}" dt="2025-02-26T00:48:52.224" v="380" actId="1076"/>
          <ac:graphicFrameMkLst>
            <pc:docMk/>
            <pc:sldMk cId="569699605" sldId="321"/>
            <ac:graphicFrameMk id="16" creationId="{06BAEDA2-5B17-8106-F27C-E08AB24D8B13}"/>
          </ac:graphicFrameMkLst>
        </pc:graphicFrameChg>
        <pc:graphicFrameChg chg="add del mod modGraphic">
          <ac:chgData name="DARREN HUYNH" userId="S::dhuynh279@mustangs.deltacollege.edu::6e8ef5a3-942c-4c44-a0fb-93a53cb68621" providerId="AD" clId="Web-{D3BC3D73-416D-BAC0-D678-24D7977B6E61}" dt="2025-02-26T00:25:53.514" v="350"/>
          <ac:graphicFrameMkLst>
            <pc:docMk/>
            <pc:sldMk cId="569699605" sldId="321"/>
            <ac:graphicFrameMk id="18" creationId="{069872DF-5FA0-DB91-09AB-C3EA026B8B06}"/>
          </ac:graphicFrameMkLst>
        </pc:graphicFrameChg>
        <pc:graphicFrameChg chg="add del mod">
          <ac:chgData name="DARREN HUYNH" userId="S::dhuynh279@mustangs.deltacollege.edu::6e8ef5a3-942c-4c44-a0fb-93a53cb68621" providerId="AD" clId="Web-{D3BC3D73-416D-BAC0-D678-24D7977B6E61}" dt="2025-02-26T00:26:24.405" v="352"/>
          <ac:graphicFrameMkLst>
            <pc:docMk/>
            <pc:sldMk cId="569699605" sldId="321"/>
            <ac:graphicFrameMk id="20" creationId="{F0814C1F-6CE6-9F0D-5A8C-BF08756A4AF9}"/>
          </ac:graphicFrameMkLst>
        </pc:graphicFrameChg>
        <pc:graphicFrameChg chg="add del mod modGraphic">
          <ac:chgData name="DARREN HUYNH" userId="S::dhuynh279@mustangs.deltacollege.edu::6e8ef5a3-942c-4c44-a0fb-93a53cb68621" providerId="AD" clId="Web-{D3BC3D73-416D-BAC0-D678-24D7977B6E61}" dt="2025-02-26T00:26:59.233" v="356"/>
          <ac:graphicFrameMkLst>
            <pc:docMk/>
            <pc:sldMk cId="569699605" sldId="321"/>
            <ac:graphicFrameMk id="22" creationId="{41887600-7CDB-9244-6C9C-F95B50919858}"/>
          </ac:graphicFrameMkLst>
        </pc:graphicFrameChg>
      </pc:sldChg>
      <pc:sldChg chg="addSp delSp modSp add del mod replId modClrScheme chgLayout">
        <pc:chgData name="DARREN HUYNH" userId="S::dhuynh279@mustangs.deltacollege.edu::6e8ef5a3-942c-4c44-a0fb-93a53cb68621" providerId="AD" clId="Web-{D3BC3D73-416D-BAC0-D678-24D7977B6E61}" dt="2025-02-26T00:56:12.993" v="513"/>
        <pc:sldMkLst>
          <pc:docMk/>
          <pc:sldMk cId="2099162104" sldId="327"/>
        </pc:sldMkLst>
        <pc:spChg chg="add del mod">
          <ac:chgData name="DARREN HUYNH" userId="S::dhuynh279@mustangs.deltacollege.edu::6e8ef5a3-942c-4c44-a0fb-93a53cb68621" providerId="AD" clId="Web-{D3BC3D73-416D-BAC0-D678-24D7977B6E61}" dt="2025-02-26T00:48:15.910" v="373"/>
          <ac:spMkLst>
            <pc:docMk/>
            <pc:sldMk cId="2099162104" sldId="327"/>
            <ac:spMk id="2" creationId="{D526F6B3-BB84-DCA0-9B6C-5407F20C0D0D}"/>
          </ac:spMkLst>
        </pc:spChg>
        <pc:spChg chg="add del mod">
          <ac:chgData name="DARREN HUYNH" userId="S::dhuynh279@mustangs.deltacollege.edu::6e8ef5a3-942c-4c44-a0fb-93a53cb68621" providerId="AD" clId="Web-{D3BC3D73-416D-BAC0-D678-24D7977B6E61}" dt="2025-02-26T00:48:15.910" v="373"/>
          <ac:spMkLst>
            <pc:docMk/>
            <pc:sldMk cId="2099162104" sldId="327"/>
            <ac:spMk id="6" creationId="{7F301EDE-1049-6877-D33D-9DB1AE452997}"/>
          </ac:spMkLst>
        </pc:spChg>
        <pc:spChg chg="add del mod">
          <ac:chgData name="DARREN HUYNH" userId="S::dhuynh279@mustangs.deltacollege.edu::6e8ef5a3-942c-4c44-a0fb-93a53cb68621" providerId="AD" clId="Web-{D3BC3D73-416D-BAC0-D678-24D7977B6E61}" dt="2025-02-26T00:48:18.129" v="375"/>
          <ac:spMkLst>
            <pc:docMk/>
            <pc:sldMk cId="2099162104" sldId="327"/>
            <ac:spMk id="9" creationId="{E222B8B2-4CDE-1D18-76F7-B699E1A88250}"/>
          </ac:spMkLst>
        </pc:spChg>
        <pc:spChg chg="add mod">
          <ac:chgData name="DARREN HUYNH" userId="S::dhuynh279@mustangs.deltacollege.edu::6e8ef5a3-942c-4c44-a0fb-93a53cb68621" providerId="AD" clId="Web-{D3BC3D73-416D-BAC0-D678-24D7977B6E61}" dt="2025-02-26T00:47:18.017" v="366"/>
          <ac:spMkLst>
            <pc:docMk/>
            <pc:sldMk cId="2099162104" sldId="327"/>
            <ac:spMk id="11" creationId="{C406540D-5CAE-33F3-1025-11E4E4A4E354}"/>
          </ac:spMkLst>
        </pc:spChg>
        <pc:graphicFrameChg chg="add del mod modGraphic">
          <ac:chgData name="DARREN HUYNH" userId="S::dhuynh279@mustangs.deltacollege.edu::6e8ef5a3-942c-4c44-a0fb-93a53cb68621" providerId="AD" clId="Web-{D3BC3D73-416D-BAC0-D678-24D7977B6E61}" dt="2025-02-26T00:48:11.535" v="368"/>
          <ac:graphicFrameMkLst>
            <pc:docMk/>
            <pc:sldMk cId="2099162104" sldId="327"/>
            <ac:graphicFrameMk id="4" creationId="{A0426BB3-2CC6-2769-46D5-813FF8DF487D}"/>
          </ac:graphicFrameMkLst>
        </pc:graphicFrameChg>
        <pc:graphicFrameChg chg="add del mod modGraphic">
          <ac:chgData name="DARREN HUYNH" userId="S::dhuynh279@mustangs.deltacollege.edu::6e8ef5a3-942c-4c44-a0fb-93a53cb68621" providerId="AD" clId="Web-{D3BC3D73-416D-BAC0-D678-24D7977B6E61}" dt="2025-02-26T00:51:55.091" v="466"/>
          <ac:graphicFrameMkLst>
            <pc:docMk/>
            <pc:sldMk cId="2099162104" sldId="327"/>
            <ac:graphicFrameMk id="8" creationId="{66DF13E7-725E-A284-772C-01978DAEB5F2}"/>
          </ac:graphicFrameMkLst>
        </pc:graphicFrameChg>
        <pc:graphicFrameChg chg="add del">
          <ac:chgData name="DARREN HUYNH" userId="S::dhuynh279@mustangs.deltacollege.edu::6e8ef5a3-942c-4c44-a0fb-93a53cb68621" providerId="AD" clId="Web-{D3BC3D73-416D-BAC0-D678-24D7977B6E61}" dt="2025-02-26T00:51:55.091" v="465"/>
          <ac:graphicFrameMkLst>
            <pc:docMk/>
            <pc:sldMk cId="2099162104" sldId="327"/>
            <ac:graphicFrameMk id="10" creationId="{C6D6A28E-8FB5-1102-FFDE-D379916E0C4B}"/>
          </ac:graphicFrameMkLst>
        </pc:graphicFrameChg>
        <pc:graphicFrameChg chg="add mod modGraphic">
          <ac:chgData name="DARREN HUYNH" userId="S::dhuynh279@mustangs.deltacollege.edu::6e8ef5a3-942c-4c44-a0fb-93a53cb68621" providerId="AD" clId="Web-{D3BC3D73-416D-BAC0-D678-24D7977B6E61}" dt="2025-02-26T00:52:14.280" v="470" actId="1076"/>
          <ac:graphicFrameMkLst>
            <pc:docMk/>
            <pc:sldMk cId="2099162104" sldId="327"/>
            <ac:graphicFrameMk id="13" creationId="{D1BEE5F3-0678-8C81-6495-1EBC8E1A70AB}"/>
          </ac:graphicFrameMkLst>
        </pc:graphicFrameChg>
        <pc:graphicFrameChg chg="del modGraphic">
          <ac:chgData name="DARREN HUYNH" userId="S::dhuynh279@mustangs.deltacollege.edu::6e8ef5a3-942c-4c44-a0fb-93a53cb68621" providerId="AD" clId="Web-{D3BC3D73-416D-BAC0-D678-24D7977B6E61}" dt="2025-02-26T00:47:01.017" v="363"/>
          <ac:graphicFrameMkLst>
            <pc:docMk/>
            <pc:sldMk cId="2099162104" sldId="327"/>
            <ac:graphicFrameMk id="16" creationId="{27793311-8355-89D4-6739-55A162DA6B4F}"/>
          </ac:graphicFrameMkLst>
        </pc:graphicFrameChg>
      </pc:sldChg>
      <pc:sldChg chg="addSp delSp modSp add mod replId modClrScheme chgLayout">
        <pc:chgData name="DARREN HUYNH" userId="S::dhuynh279@mustangs.deltacollege.edu::6e8ef5a3-942c-4c44-a0fb-93a53cb68621" providerId="AD" clId="Web-{D3BC3D73-416D-BAC0-D678-24D7977B6E61}" dt="2025-02-26T01:01:13.661" v="1214"/>
        <pc:sldMkLst>
          <pc:docMk/>
          <pc:sldMk cId="290604309" sldId="328"/>
        </pc:sldMkLst>
        <pc:spChg chg="mod">
          <ac:chgData name="DARREN HUYNH" userId="S::dhuynh279@mustangs.deltacollege.edu::6e8ef5a3-942c-4c44-a0fb-93a53cb68621" providerId="AD" clId="Web-{D3BC3D73-416D-BAC0-D678-24D7977B6E61}" dt="2025-02-26T01:00:43.394" v="1047"/>
          <ac:spMkLst>
            <pc:docMk/>
            <pc:sldMk cId="290604309" sldId="328"/>
            <ac:spMk id="2" creationId="{40A58C09-AB2A-F83C-398E-2AEDA21F09CF}"/>
          </ac:spMkLst>
        </pc:spChg>
        <pc:spChg chg="add del mod">
          <ac:chgData name="DARREN HUYNH" userId="S::dhuynh279@mustangs.deltacollege.edu::6e8ef5a3-942c-4c44-a0fb-93a53cb68621" providerId="AD" clId="Web-{D3BC3D73-416D-BAC0-D678-24D7977B6E61}" dt="2025-02-26T01:01:13.661" v="1214"/>
          <ac:spMkLst>
            <pc:docMk/>
            <pc:sldMk cId="290604309" sldId="328"/>
            <ac:spMk id="8" creationId="{04878126-6A39-06D5-8B2F-BF1D11F88CA2}"/>
          </ac:spMkLst>
        </pc:spChg>
        <pc:spChg chg="add del mod">
          <ac:chgData name="DARREN HUYNH" userId="S::dhuynh279@mustangs.deltacollege.edu::6e8ef5a3-942c-4c44-a0fb-93a53cb68621" providerId="AD" clId="Web-{D3BC3D73-416D-BAC0-D678-24D7977B6E61}" dt="2025-02-26T01:00:09.752" v="874"/>
          <ac:spMkLst>
            <pc:docMk/>
            <pc:sldMk cId="290604309" sldId="328"/>
            <ac:spMk id="10" creationId="{952DFB5C-16B2-4E79-9122-EEEAF8BDA1A4}"/>
          </ac:spMkLst>
        </pc:spChg>
        <pc:spChg chg="add del mod">
          <ac:chgData name="DARREN HUYNH" userId="S::dhuynh279@mustangs.deltacollege.edu::6e8ef5a3-942c-4c44-a0fb-93a53cb68621" providerId="AD" clId="Web-{D3BC3D73-416D-BAC0-D678-24D7977B6E61}" dt="2025-02-26T00:57:21.480" v="520"/>
          <ac:spMkLst>
            <pc:docMk/>
            <pc:sldMk cId="290604309" sldId="328"/>
            <ac:spMk id="11" creationId="{A03F7983-573C-04CD-80A0-C063DC6EBC9B}"/>
          </ac:spMkLst>
        </pc:spChg>
        <pc:spChg chg="add del mod">
          <ac:chgData name="DARREN HUYNH" userId="S::dhuynh279@mustangs.deltacollege.edu::6e8ef5a3-942c-4c44-a0fb-93a53cb68621" providerId="AD" clId="Web-{D3BC3D73-416D-BAC0-D678-24D7977B6E61}" dt="2025-02-26T00:57:31.840" v="523"/>
          <ac:spMkLst>
            <pc:docMk/>
            <pc:sldMk cId="290604309" sldId="328"/>
            <ac:spMk id="13" creationId="{715229AC-BE33-4FAD-D8CC-3169327D8B69}"/>
          </ac:spMkLst>
        </pc:spChg>
        <pc:spChg chg="add del mod">
          <ac:chgData name="DARREN HUYNH" userId="S::dhuynh279@mustangs.deltacollege.edu::6e8ef5a3-942c-4c44-a0fb-93a53cb68621" providerId="AD" clId="Web-{D3BC3D73-416D-BAC0-D678-24D7977B6E61}" dt="2025-02-26T00:57:26.308" v="522"/>
          <ac:spMkLst>
            <pc:docMk/>
            <pc:sldMk cId="290604309" sldId="328"/>
            <ac:spMk id="14" creationId="{21B3B12F-B1BF-63DE-8D53-3AD485C680E7}"/>
          </ac:spMkLst>
        </pc:spChg>
        <pc:graphicFrameChg chg="add del mod">
          <ac:chgData name="DARREN HUYNH" userId="S::dhuynh279@mustangs.deltacollege.edu::6e8ef5a3-942c-4c44-a0fb-93a53cb68621" providerId="AD" clId="Web-{D3BC3D73-416D-BAC0-D678-24D7977B6E61}" dt="2025-02-26T00:56:34.572" v="517"/>
          <ac:graphicFrameMkLst>
            <pc:docMk/>
            <pc:sldMk cId="290604309" sldId="328"/>
            <ac:graphicFrameMk id="4" creationId="{6AEAC40E-2756-8D4E-A4A1-35E5EF337DF1}"/>
          </ac:graphicFrameMkLst>
        </pc:graphicFrameChg>
        <pc:graphicFrameChg chg="add del mod modGraphic">
          <ac:chgData name="DARREN HUYNH" userId="S::dhuynh279@mustangs.deltacollege.edu::6e8ef5a3-942c-4c44-a0fb-93a53cb68621" providerId="AD" clId="Web-{D3BC3D73-416D-BAC0-D678-24D7977B6E61}" dt="2025-02-26T01:00:09.752" v="873"/>
          <ac:graphicFrameMkLst>
            <pc:docMk/>
            <pc:sldMk cId="290604309" sldId="328"/>
            <ac:graphicFrameMk id="6" creationId="{6BAC4A77-36DE-CFB0-972E-FE846F16B481}"/>
          </ac:graphicFrameMkLst>
        </pc:graphicFrameChg>
        <pc:graphicFrameChg chg="add mod modGraphic">
          <ac:chgData name="DARREN HUYNH" userId="S::dhuynh279@mustangs.deltacollege.edu::6e8ef5a3-942c-4c44-a0fb-93a53cb68621" providerId="AD" clId="Web-{D3BC3D73-416D-BAC0-D678-24D7977B6E61}" dt="2025-02-26T01:01:05.583" v="1213" actId="1076"/>
          <ac:graphicFrameMkLst>
            <pc:docMk/>
            <pc:sldMk cId="290604309" sldId="328"/>
            <ac:graphicFrameMk id="9" creationId="{794BF168-5D2F-769B-DF62-598B99D8F262}"/>
          </ac:graphicFrameMkLst>
        </pc:graphicFrameChg>
        <pc:graphicFrameChg chg="del">
          <ac:chgData name="DARREN HUYNH" userId="S::dhuynh279@mustangs.deltacollege.edu::6e8ef5a3-942c-4c44-a0fb-93a53cb68621" providerId="AD" clId="Web-{D3BC3D73-416D-BAC0-D678-24D7977B6E61}" dt="2025-02-26T00:56:17.165" v="514"/>
          <ac:graphicFrameMkLst>
            <pc:docMk/>
            <pc:sldMk cId="290604309" sldId="328"/>
            <ac:graphicFrameMk id="16" creationId="{1D74FF69-034F-CCEB-E881-831508A24347}"/>
          </ac:graphicFrameMkLst>
        </pc:graphicFrameChg>
      </pc:sldChg>
      <pc:sldChg chg="new">
        <pc:chgData name="DARREN HUYNH" userId="S::dhuynh279@mustangs.deltacollege.edu::6e8ef5a3-942c-4c44-a0fb-93a53cb68621" providerId="AD" clId="Web-{D3BC3D73-416D-BAC0-D678-24D7977B6E61}" dt="2025-02-26T01:01:20.115" v="1215"/>
        <pc:sldMkLst>
          <pc:docMk/>
          <pc:sldMk cId="922029416" sldId="329"/>
        </pc:sldMkLst>
      </pc:sldChg>
      <pc:sldChg chg="add del replId">
        <pc:chgData name="DARREN HUYNH" userId="S::dhuynh279@mustangs.deltacollege.edu::6e8ef5a3-942c-4c44-a0fb-93a53cb68621" providerId="AD" clId="Web-{D3BC3D73-416D-BAC0-D678-24D7977B6E61}" dt="2025-02-26T00:59:16.875" v="867"/>
        <pc:sldMkLst>
          <pc:docMk/>
          <pc:sldMk cId="2339360033" sldId="329"/>
        </pc:sldMkLst>
      </pc:sldChg>
    </pc:docChg>
  </pc:docChgLst>
</pc:chgInfo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27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92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9.svg"/><Relationship Id="rId4" Type="http://schemas.openxmlformats.org/officeDocument/2006/relationships/image" Target="../media/image17.png"/><Relationship Id="rId5" Type="http://schemas.openxmlformats.org/officeDocument/2006/relationships/image" Target="../media/image20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0.svg"/><Relationship Id="rId4" Type="http://schemas.openxmlformats.org/officeDocument/2006/relationships/image" Target="../media/image15.png"/><Relationship Id="rId5" Type="http://schemas.openxmlformats.org/officeDocument/2006/relationships/image" Target="../media/image23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0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2.xml"/><Relationship Id="rId3" Type="http://schemas.openxmlformats.org/officeDocument/2006/relationships/package" Target="../embeddings/Microsoft_Visio_Drawing.vsdx"/><Relationship Id="rId4" Type="http://schemas.openxmlformats.org/officeDocument/2006/relationships/image" Target="../media/image27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em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9.emf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5.emf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em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1.emf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emf"/><Relationship Id="rId7" Type="http://schemas.openxmlformats.org/officeDocument/2006/relationships/image" Target="../media/image76.em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1.em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75.emf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2.PNG"/><Relationship Id="rId3" Type="http://schemas.openxmlformats.org/officeDocument/2006/relationships/image" Target="../media/image8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2.PNG"/><Relationship Id="rId3" Type="http://schemas.openxmlformats.org/officeDocument/2006/relationships/image" Target="../media/image85.PNG"/><Relationship Id="rId4" Type="http://schemas.openxmlformats.org/officeDocument/2006/relationships/image" Target="../media/image8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2.PNG"/><Relationship Id="rId3" Type="http://schemas.openxmlformats.org/officeDocument/2006/relationships/image" Target="../media/image8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2.PNG"/><Relationship Id="rId3" Type="http://schemas.openxmlformats.org/officeDocument/2006/relationships/image" Target="../media/image8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2.PNG"/><Relationship Id="rId3" Type="http://schemas.openxmlformats.org/officeDocument/2006/relationships/image" Target="../media/image8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2.PNG"/><Relationship Id="rId3" Type="http://schemas.openxmlformats.org/officeDocument/2006/relationships/image" Target="../media/image9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3.jpe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9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087665"/>
            <a:ext cx="5674360" cy="11704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DDH networks</a:t>
            </a:r>
            <a:br>
              <a:rPr lang="en-US" dirty="0"/>
            </a:br>
            <a:r>
              <a:rPr lang="en-US" dirty="0"/>
              <a:t>Case study 2025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AF76B3-1373-7047-47B2-7EBCE9753178}"/>
              </a:ext>
            </a:extLst>
          </p:cNvPr>
          <p:cNvSpPr txBox="1"/>
          <p:nvPr/>
        </p:nvSpPr>
        <p:spPr>
          <a:xfrm>
            <a:off x="236869" y="5951269"/>
            <a:ext cx="188180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Presentation by</a:t>
            </a:r>
          </a:p>
          <a:p>
            <a:r>
              <a:rPr lang="en-US">
                <a:solidFill>
                  <a:schemeClr val="bg1"/>
                </a:solidFill>
              </a:rPr>
              <a:t>Darren D Huynh</a:t>
            </a: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63C534-4689-49C6-AC11-00F2106FB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025" y="665825"/>
            <a:ext cx="2325950" cy="594804"/>
          </a:xfrm>
        </p:spPr>
        <p:txBody>
          <a:bodyPr>
            <a:normAutofit/>
          </a:bodyPr>
          <a:lstStyle/>
          <a:p>
            <a:r>
              <a:rPr lang="en-US" dirty="0"/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AF76B3-1373-7047-47B2-7EBCE9753178}"/>
              </a:ext>
            </a:extLst>
          </p:cNvPr>
          <p:cNvSpPr txBox="1"/>
          <p:nvPr/>
        </p:nvSpPr>
        <p:spPr>
          <a:xfrm>
            <a:off x="236869" y="5951269"/>
            <a:ext cx="188180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Presentation by</a:t>
            </a:r>
          </a:p>
          <a:p>
            <a:r>
              <a:rPr lang="en-US">
                <a:solidFill>
                  <a:schemeClr val="bg1"/>
                </a:solidFill>
              </a:rPr>
              <a:t>Darren D Huynh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E070C4-FBC9-42B5-A270-C253A286FE8B}"/>
              </a:ext>
            </a:extLst>
          </p:cNvPr>
          <p:cNvSpPr txBox="1"/>
          <p:nvPr/>
        </p:nvSpPr>
        <p:spPr>
          <a:xfrm>
            <a:off x="870559" y="1628384"/>
            <a:ext cx="4797468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Discuss VLSM Scheme and Logical Topology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Configure OSPFv2 and RIP for routing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Configure GRE and Secure GRE Tunnel with IPsec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Discuss NAT and Germany ACL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DHCP and VLAN Configurations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Verification and Testing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Questions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94929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5377FD-31FA-4BD7-933A-1BAAA4F8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684" y="2749779"/>
            <a:ext cx="5181600" cy="2436584"/>
          </a:xfrm>
        </p:spPr>
        <p:txBody>
          <a:bodyPr/>
          <a:lstStyle/>
          <a:p>
            <a:r>
              <a:rPr lang="en-US" b="1" dirty="0"/>
              <a:t>PHASE 1: </a:t>
            </a:r>
            <a:r>
              <a:rPr lang="en-US" dirty="0"/>
              <a:t>LAN/WAN and INTERFACES</a:t>
            </a:r>
          </a:p>
        </p:txBody>
      </p:sp>
    </p:spTree>
    <p:extLst>
      <p:ext uri="{BB962C8B-B14F-4D97-AF65-F5344CB8AC3E}">
        <p14:creationId xmlns:p14="http://schemas.microsoft.com/office/powerpoint/2010/main" val="2423386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8" name="Picture 16" descr="World Map Outline PNGs for Free Download">
            <a:extLst>
              <a:ext uri="{FF2B5EF4-FFF2-40B4-BE49-F238E27FC236}">
                <a16:creationId xmlns:a16="http://schemas.microsoft.com/office/drawing/2014/main" id="{C55DF6D8-83E1-49DC-A0CB-00FF32651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98" y="415922"/>
            <a:ext cx="11169004" cy="6239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30913B4-BA2B-45FA-B36C-1095C96E59C6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1816278" y="3078699"/>
            <a:ext cx="1492666" cy="809060"/>
          </a:xfrm>
          <a:prstGeom prst="line">
            <a:avLst/>
          </a:prstGeom>
          <a:ln w="444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DD3B3E-C12D-4AE8-BB4B-7BFA7E76B0EE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2394994" y="4637784"/>
            <a:ext cx="1374439" cy="751269"/>
          </a:xfrm>
          <a:prstGeom prst="line">
            <a:avLst/>
          </a:prstGeom>
          <a:ln w="444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FF9301-97F2-4E41-A91B-990B547AADBE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6385321" y="749940"/>
            <a:ext cx="1244418" cy="2078641"/>
          </a:xfrm>
          <a:prstGeom prst="line">
            <a:avLst/>
          </a:prstGeom>
          <a:ln w="444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9B9638-1D7D-45FC-BA5F-CA981218B805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5556441" y="2947131"/>
            <a:ext cx="640428" cy="2561192"/>
          </a:xfrm>
          <a:prstGeom prst="line">
            <a:avLst/>
          </a:prstGeom>
          <a:ln w="444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FFE50D7-97A5-4A8C-B4AB-17C9055F1D79}"/>
              </a:ext>
            </a:extLst>
          </p:cNvPr>
          <p:cNvSpPr txBox="1"/>
          <p:nvPr/>
        </p:nvSpPr>
        <p:spPr>
          <a:xfrm>
            <a:off x="987397" y="3887759"/>
            <a:ext cx="1657761" cy="3693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COLORADO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5F4922-5542-4259-97BF-F41EE01C1CF0}"/>
              </a:ext>
            </a:extLst>
          </p:cNvPr>
          <p:cNvSpPr txBox="1"/>
          <p:nvPr/>
        </p:nvSpPr>
        <p:spPr>
          <a:xfrm>
            <a:off x="1566113" y="5389053"/>
            <a:ext cx="1657761" cy="3693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LIMA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C2FB9A-CAD4-4E89-8ACD-57CFD4DC9A87}"/>
              </a:ext>
            </a:extLst>
          </p:cNvPr>
          <p:cNvSpPr txBox="1"/>
          <p:nvPr/>
        </p:nvSpPr>
        <p:spPr>
          <a:xfrm>
            <a:off x="4727560" y="5508323"/>
            <a:ext cx="1657761" cy="3693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BELGUM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A428B7-94EF-4821-BCE7-BF5EFDA309D8}"/>
              </a:ext>
            </a:extLst>
          </p:cNvPr>
          <p:cNvSpPr txBox="1"/>
          <p:nvPr/>
        </p:nvSpPr>
        <p:spPr>
          <a:xfrm>
            <a:off x="7629739" y="565274"/>
            <a:ext cx="1657761" cy="3693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GERMANY</a:t>
            </a:r>
          </a:p>
        </p:txBody>
      </p:sp>
    </p:spTree>
    <p:extLst>
      <p:ext uri="{BB962C8B-B14F-4D97-AF65-F5344CB8AC3E}">
        <p14:creationId xmlns:p14="http://schemas.microsoft.com/office/powerpoint/2010/main" val="2242734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D4267-8F79-233F-967D-4BF6D96A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398" y="203664"/>
            <a:ext cx="3289204" cy="489784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VLSM SCHEME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4DB13-8E28-E9AA-4911-4C0F0EF38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B1DAC8B-DE21-56AD-930B-23DB781E1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476302"/>
              </p:ext>
            </p:extLst>
          </p:nvPr>
        </p:nvGraphicFramePr>
        <p:xfrm>
          <a:off x="1000698" y="918071"/>
          <a:ext cx="10192894" cy="5394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25841">
                  <a:extLst>
                    <a:ext uri="{9D8B030D-6E8A-4147-A177-3AD203B41FA5}">
                      <a16:colId xmlns:a16="http://schemas.microsoft.com/office/drawing/2014/main" val="1252132094"/>
                    </a:ext>
                  </a:extLst>
                </a:gridCol>
                <a:gridCol w="2225842">
                  <a:extLst>
                    <a:ext uri="{9D8B030D-6E8A-4147-A177-3AD203B41FA5}">
                      <a16:colId xmlns:a16="http://schemas.microsoft.com/office/drawing/2014/main" val="4263662821"/>
                    </a:ext>
                  </a:extLst>
                </a:gridCol>
                <a:gridCol w="644762">
                  <a:extLst>
                    <a:ext uri="{9D8B030D-6E8A-4147-A177-3AD203B41FA5}">
                      <a16:colId xmlns:a16="http://schemas.microsoft.com/office/drawing/2014/main" val="2481875605"/>
                    </a:ext>
                  </a:extLst>
                </a:gridCol>
                <a:gridCol w="1056997">
                  <a:extLst>
                    <a:ext uri="{9D8B030D-6E8A-4147-A177-3AD203B41FA5}">
                      <a16:colId xmlns:a16="http://schemas.microsoft.com/office/drawing/2014/main" val="4010699502"/>
                    </a:ext>
                  </a:extLst>
                </a:gridCol>
                <a:gridCol w="2340635">
                  <a:extLst>
                    <a:ext uri="{9D8B030D-6E8A-4147-A177-3AD203B41FA5}">
                      <a16:colId xmlns:a16="http://schemas.microsoft.com/office/drawing/2014/main" val="1212839585"/>
                    </a:ext>
                  </a:extLst>
                </a:gridCol>
                <a:gridCol w="1698817">
                  <a:extLst>
                    <a:ext uri="{9D8B030D-6E8A-4147-A177-3AD203B41FA5}">
                      <a16:colId xmlns:a16="http://schemas.microsoft.com/office/drawing/2014/main" val="2621916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IP ADDRESS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SUBNET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CIDR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ACTIVE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NAME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REQUIRED HOST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2157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172.26.0.0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255.255.252.0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/22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YES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GERMANY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512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92598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172.26.4.0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255.255.255.0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/24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YES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COLORADO VLAN 100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250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31032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172.26.5.0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255.255.255.0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/24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YES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COLORADO VLAN 200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250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51292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172.26.6.0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255.255.255.0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/24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YES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COLORADO VLAN 300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250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13703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172.26.7.0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255.255.255.192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/26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YES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LIMA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4128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172.26.255.236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255.255.255.252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/30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YES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SYSLOG SERVER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82978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172.26.255.240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255.255.255.252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/30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YES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SNMP SERVER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6139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172.26.255.244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255.255.255.252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/30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YES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MANAGEMENT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71429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172.26.255.248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255.255.255.252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/30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YES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LINK to COLORADO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48933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172.26.255.252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255.255.255.252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/30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YES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LINK to LIMA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96888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209.165.100.0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255.255.255.252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/30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YES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GERMANY to ISP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66369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209.165.200.0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255.255.255.252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/30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YES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COLORADO to ISP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72820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6156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170F83E-0FAB-FD3A-9889-47FEE2C1E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5" y="3013555"/>
            <a:ext cx="2521258" cy="1209765"/>
          </a:xfrm>
        </p:spPr>
        <p:txBody>
          <a:bodyPr>
            <a:noAutofit/>
          </a:bodyPr>
          <a:lstStyle/>
          <a:p>
            <a:r>
              <a:rPr lang="en-US" sz="3600" dirty="0"/>
              <a:t>LOGICAL TOPOLOGY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32D72-E316-31AD-5797-C0BCFDC2C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8004CD9F-C7A6-497E-8DE1-812E15DC19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9358012"/>
              </p:ext>
            </p:extLst>
          </p:nvPr>
        </p:nvGraphicFramePr>
        <p:xfrm>
          <a:off x="3009531" y="493863"/>
          <a:ext cx="7981024" cy="6048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Visio" r:id="rId3" imgW="9296400" imgH="7391310" progId="Visio.Drawing.15">
                  <p:embed/>
                </p:oleObj>
              </mc:Choice>
              <mc:Fallback>
                <p:oleObj name="Visio" r:id="rId3" imgW="9296400" imgH="7391310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09531" y="493863"/>
                        <a:ext cx="7981024" cy="6048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5945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D4267-8F79-233F-967D-4BF6D96A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997" y="354125"/>
            <a:ext cx="5094003" cy="489784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COLORADO INTERFACES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4DB13-8E28-E9AA-4911-4C0F0EF38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CC4F65-C273-4EDD-98F4-8B3D1DA04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277112"/>
              </p:ext>
            </p:extLst>
          </p:nvPr>
        </p:nvGraphicFramePr>
        <p:xfrm>
          <a:off x="1257670" y="1078143"/>
          <a:ext cx="9676659" cy="47891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99599">
                  <a:extLst>
                    <a:ext uri="{9D8B030D-6E8A-4147-A177-3AD203B41FA5}">
                      <a16:colId xmlns:a16="http://schemas.microsoft.com/office/drawing/2014/main" val="171977192"/>
                    </a:ext>
                  </a:extLst>
                </a:gridCol>
                <a:gridCol w="1379510">
                  <a:extLst>
                    <a:ext uri="{9D8B030D-6E8A-4147-A177-3AD203B41FA5}">
                      <a16:colId xmlns:a16="http://schemas.microsoft.com/office/drawing/2014/main" val="3044155701"/>
                    </a:ext>
                  </a:extLst>
                </a:gridCol>
                <a:gridCol w="1742584">
                  <a:extLst>
                    <a:ext uri="{9D8B030D-6E8A-4147-A177-3AD203B41FA5}">
                      <a16:colId xmlns:a16="http://schemas.microsoft.com/office/drawing/2014/main" val="1296841713"/>
                    </a:ext>
                  </a:extLst>
                </a:gridCol>
                <a:gridCol w="807868">
                  <a:extLst>
                    <a:ext uri="{9D8B030D-6E8A-4147-A177-3AD203B41FA5}">
                      <a16:colId xmlns:a16="http://schemas.microsoft.com/office/drawing/2014/main" val="4288329025"/>
                    </a:ext>
                  </a:extLst>
                </a:gridCol>
                <a:gridCol w="1671787">
                  <a:extLst>
                    <a:ext uri="{9D8B030D-6E8A-4147-A177-3AD203B41FA5}">
                      <a16:colId xmlns:a16="http://schemas.microsoft.com/office/drawing/2014/main" val="2737757638"/>
                    </a:ext>
                  </a:extLst>
                </a:gridCol>
                <a:gridCol w="1295801">
                  <a:extLst>
                    <a:ext uri="{9D8B030D-6E8A-4147-A177-3AD203B41FA5}">
                      <a16:colId xmlns:a16="http://schemas.microsoft.com/office/drawing/2014/main" val="2625060394"/>
                    </a:ext>
                  </a:extLst>
                </a:gridCol>
                <a:gridCol w="1379510">
                  <a:extLst>
                    <a:ext uri="{9D8B030D-6E8A-4147-A177-3AD203B41FA5}">
                      <a16:colId xmlns:a16="http://schemas.microsoft.com/office/drawing/2014/main" val="2368917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ROUTER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INTERFACES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IP ADDRESS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CIDR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CONNECTION TYPE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ACTIVE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DESCRIPTION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83367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COLORADO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G0/0/1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N/A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N/A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ETHERNET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YES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LINK to COLO-LAN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16355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COLORADO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G0/0/1.100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172.26.4.1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/24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ENCAPSULATED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YES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LINK to VLAN 100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9305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COLORADO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G0/0/1.200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172.26.5.1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/24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ENCAPSULATED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YES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LINK to VLAN 200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38925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COLORADO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G0/0/1.300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172.26.6.1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/24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ENCAPSULATED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YES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LINK to VLAN 300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58810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COLORADO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G0/0/1.401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172.26.255.245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/30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ENCAPSULATED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YES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LINK to VLAN 401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9920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COLORADO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S0/1/0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209.165.200.1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/30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SERIAL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YES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LINK to ISP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37447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COLORADO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S0/1/1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172.26.255.250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/30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SERIAL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YES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LINK to BELGUM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2222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COLORADO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Tunnel0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1.1.1.1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/30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TUNNEL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YES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TUNNEL to GERMANY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57150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COLORADO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Lo0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10.10.10.10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/32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LOOPBACK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YES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LOOPBACK for COLORADO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8936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7590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D4267-8F79-233F-967D-4BF6D96A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041" y="313739"/>
            <a:ext cx="4809917" cy="489784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GERMANY INTERFACES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4DB13-8E28-E9AA-4911-4C0F0EF38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415759-288F-41EC-89C8-55D9BED9A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170760"/>
              </p:ext>
            </p:extLst>
          </p:nvPr>
        </p:nvGraphicFramePr>
        <p:xfrm>
          <a:off x="1189608" y="2002067"/>
          <a:ext cx="9605575" cy="280075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89608">
                  <a:extLst>
                    <a:ext uri="{9D8B030D-6E8A-4147-A177-3AD203B41FA5}">
                      <a16:colId xmlns:a16="http://schemas.microsoft.com/office/drawing/2014/main" val="3650562747"/>
                    </a:ext>
                  </a:extLst>
                </a:gridCol>
                <a:gridCol w="1542178">
                  <a:extLst>
                    <a:ext uri="{9D8B030D-6E8A-4147-A177-3AD203B41FA5}">
                      <a16:colId xmlns:a16="http://schemas.microsoft.com/office/drawing/2014/main" val="4104199939"/>
                    </a:ext>
                  </a:extLst>
                </a:gridCol>
                <a:gridCol w="1760315">
                  <a:extLst>
                    <a:ext uri="{9D8B030D-6E8A-4147-A177-3AD203B41FA5}">
                      <a16:colId xmlns:a16="http://schemas.microsoft.com/office/drawing/2014/main" val="2194774270"/>
                    </a:ext>
                  </a:extLst>
                </a:gridCol>
                <a:gridCol w="798990">
                  <a:extLst>
                    <a:ext uri="{9D8B030D-6E8A-4147-A177-3AD203B41FA5}">
                      <a16:colId xmlns:a16="http://schemas.microsoft.com/office/drawing/2014/main" val="68697422"/>
                    </a:ext>
                  </a:extLst>
                </a:gridCol>
                <a:gridCol w="1890944">
                  <a:extLst>
                    <a:ext uri="{9D8B030D-6E8A-4147-A177-3AD203B41FA5}">
                      <a16:colId xmlns:a16="http://schemas.microsoft.com/office/drawing/2014/main" val="4189991007"/>
                    </a:ext>
                  </a:extLst>
                </a:gridCol>
                <a:gridCol w="1013323">
                  <a:extLst>
                    <a:ext uri="{9D8B030D-6E8A-4147-A177-3AD203B41FA5}">
                      <a16:colId xmlns:a16="http://schemas.microsoft.com/office/drawing/2014/main" val="703720971"/>
                    </a:ext>
                  </a:extLst>
                </a:gridCol>
                <a:gridCol w="1410217">
                  <a:extLst>
                    <a:ext uri="{9D8B030D-6E8A-4147-A177-3AD203B41FA5}">
                      <a16:colId xmlns:a16="http://schemas.microsoft.com/office/drawing/2014/main" val="3421426839"/>
                    </a:ext>
                  </a:extLst>
                </a:gridCol>
              </a:tblGrid>
              <a:tr h="6471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ROUTER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INTERFACES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IP ADDRESS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CIDR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CONNECTION TYPE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ACTIVE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DESCRIPTION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21326333"/>
                  </a:ext>
                </a:extLst>
              </a:tr>
              <a:tr h="10712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GERMANY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G0/0/0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172.26.0.0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/22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ETHERNET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YES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LINK to GERMANY-LAN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27812401"/>
                  </a:ext>
                </a:extLst>
              </a:tr>
              <a:tr h="3644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GERMANY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S0/1/0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209.165.100.2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/30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SERIAL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YES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LINK to ISP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28635589"/>
                  </a:ext>
                </a:extLst>
              </a:tr>
              <a:tr h="7178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GERMANY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Tunnel0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1.1.1.2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/30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TUNNEL/SERIAL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YES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TUNNEL to COLORADO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76817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2664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D4267-8F79-233F-967D-4BF6D96A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7985" y="403086"/>
            <a:ext cx="3913272" cy="489784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LIMA INTERFACES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4DB13-8E28-E9AA-4911-4C0F0EF38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6C51949-913A-464C-B4CA-D3C7F5C57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9191"/>
              </p:ext>
            </p:extLst>
          </p:nvPr>
        </p:nvGraphicFramePr>
        <p:xfrm>
          <a:off x="1438184" y="1904984"/>
          <a:ext cx="9152874" cy="298661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6444">
                  <a:extLst>
                    <a:ext uri="{9D8B030D-6E8A-4147-A177-3AD203B41FA5}">
                      <a16:colId xmlns:a16="http://schemas.microsoft.com/office/drawing/2014/main" val="750878618"/>
                    </a:ext>
                  </a:extLst>
                </a:gridCol>
                <a:gridCol w="1530117">
                  <a:extLst>
                    <a:ext uri="{9D8B030D-6E8A-4147-A177-3AD203B41FA5}">
                      <a16:colId xmlns:a16="http://schemas.microsoft.com/office/drawing/2014/main" val="23419470"/>
                    </a:ext>
                  </a:extLst>
                </a:gridCol>
                <a:gridCol w="1975240">
                  <a:extLst>
                    <a:ext uri="{9D8B030D-6E8A-4147-A177-3AD203B41FA5}">
                      <a16:colId xmlns:a16="http://schemas.microsoft.com/office/drawing/2014/main" val="4168688903"/>
                    </a:ext>
                  </a:extLst>
                </a:gridCol>
                <a:gridCol w="658412">
                  <a:extLst>
                    <a:ext uri="{9D8B030D-6E8A-4147-A177-3AD203B41FA5}">
                      <a16:colId xmlns:a16="http://schemas.microsoft.com/office/drawing/2014/main" val="1143466388"/>
                    </a:ext>
                  </a:extLst>
                </a:gridCol>
                <a:gridCol w="1539232">
                  <a:extLst>
                    <a:ext uri="{9D8B030D-6E8A-4147-A177-3AD203B41FA5}">
                      <a16:colId xmlns:a16="http://schemas.microsoft.com/office/drawing/2014/main" val="3159942713"/>
                    </a:ext>
                  </a:extLst>
                </a:gridCol>
                <a:gridCol w="890409">
                  <a:extLst>
                    <a:ext uri="{9D8B030D-6E8A-4147-A177-3AD203B41FA5}">
                      <a16:colId xmlns:a16="http://schemas.microsoft.com/office/drawing/2014/main" val="2253401546"/>
                    </a:ext>
                  </a:extLst>
                </a:gridCol>
                <a:gridCol w="1493020">
                  <a:extLst>
                    <a:ext uri="{9D8B030D-6E8A-4147-A177-3AD203B41FA5}">
                      <a16:colId xmlns:a16="http://schemas.microsoft.com/office/drawing/2014/main" val="2321527971"/>
                    </a:ext>
                  </a:extLst>
                </a:gridCol>
              </a:tblGrid>
              <a:tr h="6415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ROUTER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INTERFACES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IP ADDRESS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CIDR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CONNECTION TYPE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ACTIVE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DESCRIPTION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23215923"/>
                  </a:ext>
                </a:extLst>
              </a:tr>
              <a:tr h="7816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u="none" strike="noStrike" dirty="0">
                          <a:effectLst/>
                        </a:rPr>
                        <a:t>LIMA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u="none" strike="noStrike" dirty="0">
                          <a:effectLst/>
                        </a:rPr>
                        <a:t>G0/0/0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u="none" strike="noStrike">
                          <a:effectLst/>
                        </a:rPr>
                        <a:t>172.26.7.1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u="none" strike="noStrike" dirty="0">
                          <a:effectLst/>
                        </a:rPr>
                        <a:t>/26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u="none" strike="noStrike">
                          <a:effectLst/>
                        </a:rPr>
                        <a:t>ETHERNET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u="none" strike="noStrike" dirty="0">
                          <a:effectLst/>
                        </a:rPr>
                        <a:t>YES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u="none" strike="noStrike" dirty="0">
                          <a:effectLst/>
                        </a:rPr>
                        <a:t>LINK to LIMA-LAN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53870147"/>
                  </a:ext>
                </a:extLst>
              </a:tr>
              <a:tr h="7816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u="none" strike="noStrike">
                          <a:effectLst/>
                        </a:rPr>
                        <a:t>LIMA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u="none" strike="noStrike" dirty="0">
                          <a:effectLst/>
                        </a:rPr>
                        <a:t>S0/1/0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u="none" strike="noStrike" dirty="0">
                          <a:effectLst/>
                        </a:rPr>
                        <a:t>172.26.255.254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u="none" strike="noStrike" dirty="0">
                          <a:effectLst/>
                        </a:rPr>
                        <a:t>/30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u="none" strike="noStrike" dirty="0">
                          <a:effectLst/>
                        </a:rPr>
                        <a:t>SERIAL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u="none" strike="noStrike" dirty="0">
                          <a:effectLst/>
                        </a:rPr>
                        <a:t>YES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u="none" strike="noStrike" dirty="0">
                          <a:effectLst/>
                        </a:rPr>
                        <a:t>LINK to BELGUM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56604353"/>
                  </a:ext>
                </a:extLst>
              </a:tr>
              <a:tr h="7816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u="none" strike="noStrike">
                          <a:effectLst/>
                        </a:rPr>
                        <a:t>LIMA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u="none" strike="noStrike">
                          <a:effectLst/>
                        </a:rPr>
                        <a:t>Lo0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u="none" strike="noStrike">
                          <a:effectLst/>
                        </a:rPr>
                        <a:t>30.30.30.30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u="none" strike="noStrike" dirty="0">
                          <a:effectLst/>
                        </a:rPr>
                        <a:t>/32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u="none" strike="noStrike" dirty="0">
                          <a:effectLst/>
                        </a:rPr>
                        <a:t>LOOPBACK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u="none" strike="noStrike" dirty="0">
                          <a:effectLst/>
                        </a:rPr>
                        <a:t>YES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u="none" strike="noStrike" dirty="0">
                          <a:effectLst/>
                        </a:rPr>
                        <a:t>LOOPBACK for LIMA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59741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510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D4267-8F79-233F-967D-4BF6D96A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033" y="296261"/>
            <a:ext cx="4445933" cy="489784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BELGUM INTERFACES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4DB13-8E28-E9AA-4911-4C0F0EF38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09925B7-EE3B-42FF-93BD-C3AF1F07FC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555456"/>
              </p:ext>
            </p:extLst>
          </p:nvPr>
        </p:nvGraphicFramePr>
        <p:xfrm>
          <a:off x="1624615" y="1745648"/>
          <a:ext cx="9268289" cy="328659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29404">
                  <a:extLst>
                    <a:ext uri="{9D8B030D-6E8A-4147-A177-3AD203B41FA5}">
                      <a16:colId xmlns:a16="http://schemas.microsoft.com/office/drawing/2014/main" val="566850368"/>
                    </a:ext>
                  </a:extLst>
                </a:gridCol>
                <a:gridCol w="1094355">
                  <a:extLst>
                    <a:ext uri="{9D8B030D-6E8A-4147-A177-3AD203B41FA5}">
                      <a16:colId xmlns:a16="http://schemas.microsoft.com/office/drawing/2014/main" val="3437902701"/>
                    </a:ext>
                  </a:extLst>
                </a:gridCol>
                <a:gridCol w="1723735">
                  <a:extLst>
                    <a:ext uri="{9D8B030D-6E8A-4147-A177-3AD203B41FA5}">
                      <a16:colId xmlns:a16="http://schemas.microsoft.com/office/drawing/2014/main" val="1031468049"/>
                    </a:ext>
                  </a:extLst>
                </a:gridCol>
                <a:gridCol w="1216009">
                  <a:extLst>
                    <a:ext uri="{9D8B030D-6E8A-4147-A177-3AD203B41FA5}">
                      <a16:colId xmlns:a16="http://schemas.microsoft.com/office/drawing/2014/main" val="3261491359"/>
                    </a:ext>
                  </a:extLst>
                </a:gridCol>
                <a:gridCol w="1606221">
                  <a:extLst>
                    <a:ext uri="{9D8B030D-6E8A-4147-A177-3AD203B41FA5}">
                      <a16:colId xmlns:a16="http://schemas.microsoft.com/office/drawing/2014/main" val="3301800203"/>
                    </a:ext>
                  </a:extLst>
                </a:gridCol>
                <a:gridCol w="867202">
                  <a:extLst>
                    <a:ext uri="{9D8B030D-6E8A-4147-A177-3AD203B41FA5}">
                      <a16:colId xmlns:a16="http://schemas.microsoft.com/office/drawing/2014/main" val="2247206982"/>
                    </a:ext>
                  </a:extLst>
                </a:gridCol>
                <a:gridCol w="1631363">
                  <a:extLst>
                    <a:ext uri="{9D8B030D-6E8A-4147-A177-3AD203B41FA5}">
                      <a16:colId xmlns:a16="http://schemas.microsoft.com/office/drawing/2014/main" val="1720632919"/>
                    </a:ext>
                  </a:extLst>
                </a:gridCol>
              </a:tblGrid>
              <a:tr h="7933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ROUTER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INTERFACES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IP ADDRESS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CIDR NOTATION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CONNECTION TYPE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ACTIVE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DESCRIPTION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6369152"/>
                  </a:ext>
                </a:extLst>
              </a:tr>
              <a:tr h="321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BELGUM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G0/0/0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172.26.255.237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/30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ETHERNET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YES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LINK to SYSLOG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6546454"/>
                  </a:ext>
                </a:extLst>
              </a:tr>
              <a:tr h="3047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BELGUM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G0/0/1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172.26.255.241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/30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ETHERNET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YES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LINK to SNMP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97751740"/>
                  </a:ext>
                </a:extLst>
              </a:tr>
              <a:tr h="6073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BELGUM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S0/1/0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172.26.255.249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/30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SERIAL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YES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LINK to COLORADO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3285697"/>
                  </a:ext>
                </a:extLst>
              </a:tr>
              <a:tr h="321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BELGUM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S0/1/1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172.26.255.253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/30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SERIAL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YES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LINK to LIMA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156268"/>
                  </a:ext>
                </a:extLst>
              </a:tr>
              <a:tr h="6073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BELGUM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Lo0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20.20.20.20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/32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LOOPBACK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YES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LOOPBACK for BELGUM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808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406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5377FD-31FA-4BD7-933A-1BAAA4F8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684" y="2749779"/>
            <a:ext cx="5181600" cy="2436584"/>
          </a:xfrm>
        </p:spPr>
        <p:txBody>
          <a:bodyPr/>
          <a:lstStyle/>
          <a:p>
            <a:r>
              <a:rPr lang="en-US" b="1" dirty="0"/>
              <a:t>PHASE 2: </a:t>
            </a:r>
            <a:br>
              <a:rPr lang="en-US" b="1" dirty="0"/>
            </a:br>
            <a:r>
              <a:rPr lang="en-US" dirty="0"/>
              <a:t>OSPFv2 and Ripv2</a:t>
            </a:r>
          </a:p>
        </p:txBody>
      </p:sp>
    </p:spTree>
    <p:extLst>
      <p:ext uri="{BB962C8B-B14F-4D97-AF65-F5344CB8AC3E}">
        <p14:creationId xmlns:p14="http://schemas.microsoft.com/office/powerpoint/2010/main" val="1977882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FD738-497D-0ABC-1FE7-8745C7E57F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B1BFED6-44B5-40E2-80C2-F4B38F93E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86" y="339119"/>
            <a:ext cx="3486492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OSPFv2 and ripv2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7330FA-D446-4D2D-83A7-C5150111F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22" y="1689054"/>
            <a:ext cx="4655043" cy="24390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9C9A82-CB5D-4F07-890B-67C730177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961" y="4476563"/>
            <a:ext cx="3779764" cy="16782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E1A3F0-F90A-4005-86B2-3FFF7276F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747" y="2813438"/>
            <a:ext cx="3437138" cy="1957864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DA29C021-BB4B-464A-A82B-98963BC56C99}"/>
              </a:ext>
            </a:extLst>
          </p:cNvPr>
          <p:cNvSpPr/>
          <p:nvPr/>
        </p:nvSpPr>
        <p:spPr>
          <a:xfrm rot="10800000">
            <a:off x="5536504" y="2908586"/>
            <a:ext cx="1267521" cy="7239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DD63E7-462E-4B0D-A8E4-7A734068DB68}"/>
              </a:ext>
            </a:extLst>
          </p:cNvPr>
          <p:cNvSpPr txBox="1"/>
          <p:nvPr/>
        </p:nvSpPr>
        <p:spPr>
          <a:xfrm>
            <a:off x="5544855" y="3059668"/>
            <a:ext cx="1376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COLORADO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979D2E2-E298-474C-85BA-7300FDC66DFB}"/>
              </a:ext>
            </a:extLst>
          </p:cNvPr>
          <p:cNvSpPr/>
          <p:nvPr/>
        </p:nvSpPr>
        <p:spPr>
          <a:xfrm>
            <a:off x="5544855" y="3792370"/>
            <a:ext cx="1267521" cy="7239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4B9799-87D9-47AE-B55E-0A37B8941EDA}"/>
              </a:ext>
            </a:extLst>
          </p:cNvPr>
          <p:cNvSpPr txBox="1"/>
          <p:nvPr/>
        </p:nvSpPr>
        <p:spPr>
          <a:xfrm>
            <a:off x="5559469" y="3968619"/>
            <a:ext cx="1376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GERMANY</a:t>
            </a:r>
          </a:p>
        </p:txBody>
      </p:sp>
    </p:spTree>
    <p:extLst>
      <p:ext uri="{BB962C8B-B14F-4D97-AF65-F5344CB8AC3E}">
        <p14:creationId xmlns:p14="http://schemas.microsoft.com/office/powerpoint/2010/main" val="2645922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B1BFED6-44B5-40E2-80C2-F4B38F93E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86" y="339119"/>
            <a:ext cx="3486492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OSPFv2 and ripv2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DA29C021-BB4B-464A-A82B-98963BC56C99}"/>
              </a:ext>
            </a:extLst>
          </p:cNvPr>
          <p:cNvSpPr/>
          <p:nvPr/>
        </p:nvSpPr>
        <p:spPr>
          <a:xfrm rot="10800000">
            <a:off x="5536504" y="2908586"/>
            <a:ext cx="1267521" cy="7239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DD63E7-462E-4B0D-A8E4-7A734068DB68}"/>
              </a:ext>
            </a:extLst>
          </p:cNvPr>
          <p:cNvSpPr txBox="1"/>
          <p:nvPr/>
        </p:nvSpPr>
        <p:spPr>
          <a:xfrm>
            <a:off x="5732918" y="3085900"/>
            <a:ext cx="1376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BELGUM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979D2E2-E298-474C-85BA-7300FDC66DFB}"/>
              </a:ext>
            </a:extLst>
          </p:cNvPr>
          <p:cNvSpPr/>
          <p:nvPr/>
        </p:nvSpPr>
        <p:spPr>
          <a:xfrm>
            <a:off x="5544855" y="3792370"/>
            <a:ext cx="1267521" cy="7239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4B9799-87D9-47AE-B55E-0A37B8941EDA}"/>
              </a:ext>
            </a:extLst>
          </p:cNvPr>
          <p:cNvSpPr txBox="1"/>
          <p:nvPr/>
        </p:nvSpPr>
        <p:spPr>
          <a:xfrm>
            <a:off x="5577200" y="3969686"/>
            <a:ext cx="120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LIMA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EA47B5-7ECE-41B1-8F82-5BA14CFA5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46" y="2760029"/>
            <a:ext cx="4183953" cy="14564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620CF7E-6BC2-465F-AE43-77BFF8D7B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003" y="3041179"/>
            <a:ext cx="4360429" cy="106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133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5377FD-31FA-4BD7-933A-1BAAA4F8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684" y="2749779"/>
            <a:ext cx="5181600" cy="2436584"/>
          </a:xfrm>
        </p:spPr>
        <p:txBody>
          <a:bodyPr/>
          <a:lstStyle/>
          <a:p>
            <a:r>
              <a:rPr lang="en-US" b="1" dirty="0"/>
              <a:t>PHASE 3: </a:t>
            </a:r>
            <a:r>
              <a:rPr lang="en-US" dirty="0"/>
              <a:t> CONFIGURATIONS</a:t>
            </a:r>
          </a:p>
        </p:txBody>
      </p:sp>
    </p:spTree>
    <p:extLst>
      <p:ext uri="{BB962C8B-B14F-4D97-AF65-F5344CB8AC3E}">
        <p14:creationId xmlns:p14="http://schemas.microsoft.com/office/powerpoint/2010/main" val="61875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98C869B-F092-4A1E-8F4C-83D31EA8D076}"/>
              </a:ext>
            </a:extLst>
          </p:cNvPr>
          <p:cNvCxnSpPr>
            <a:cxnSpLocks/>
          </p:cNvCxnSpPr>
          <p:nvPr/>
        </p:nvCxnSpPr>
        <p:spPr>
          <a:xfrm flipH="1" flipV="1">
            <a:off x="1169875" y="2098369"/>
            <a:ext cx="6261" cy="1070337"/>
          </a:xfrm>
          <a:prstGeom prst="line">
            <a:avLst/>
          </a:prstGeom>
          <a:ln w="476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F13272A-E5CA-48E1-9642-F4357713DAB7}"/>
              </a:ext>
            </a:extLst>
          </p:cNvPr>
          <p:cNvCxnSpPr>
            <a:cxnSpLocks/>
          </p:cNvCxnSpPr>
          <p:nvPr/>
        </p:nvCxnSpPr>
        <p:spPr>
          <a:xfrm flipV="1">
            <a:off x="5915896" y="4258902"/>
            <a:ext cx="0" cy="1963967"/>
          </a:xfrm>
          <a:prstGeom prst="line">
            <a:avLst/>
          </a:prstGeom>
          <a:ln w="476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E5F107-E401-4C2A-8C51-0751D38D447E}"/>
              </a:ext>
            </a:extLst>
          </p:cNvPr>
          <p:cNvCxnSpPr>
            <a:cxnSpLocks/>
          </p:cNvCxnSpPr>
          <p:nvPr/>
        </p:nvCxnSpPr>
        <p:spPr>
          <a:xfrm flipV="1">
            <a:off x="8877712" y="3478737"/>
            <a:ext cx="0" cy="1560330"/>
          </a:xfrm>
          <a:prstGeom prst="line">
            <a:avLst/>
          </a:prstGeom>
          <a:ln w="476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F1682CB-6DF8-4AC9-B092-A91884F49271}"/>
              </a:ext>
            </a:extLst>
          </p:cNvPr>
          <p:cNvCxnSpPr>
            <a:cxnSpLocks/>
          </p:cNvCxnSpPr>
          <p:nvPr/>
        </p:nvCxnSpPr>
        <p:spPr>
          <a:xfrm flipV="1">
            <a:off x="2811314" y="2954115"/>
            <a:ext cx="0" cy="1963967"/>
          </a:xfrm>
          <a:prstGeom prst="line">
            <a:avLst/>
          </a:prstGeom>
          <a:ln w="476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7ED4267-8F79-233F-967D-4BF6D96A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0315" y="361894"/>
            <a:ext cx="5431370" cy="489784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NAT with pat </a:t>
            </a:r>
            <a:br>
              <a:rPr lang="en-US" sz="3600" dirty="0"/>
            </a:br>
            <a:r>
              <a:rPr lang="en-US" sz="3600" dirty="0"/>
              <a:t>Configs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3AC1F6-81A2-4DC4-8731-C29360D77D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33148"/>
          <a:stretch/>
        </p:blipFill>
        <p:spPr>
          <a:xfrm>
            <a:off x="315406" y="1667393"/>
            <a:ext cx="7379709" cy="4897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E3D872-7D49-4939-8CDD-25B681366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426" y="2580742"/>
            <a:ext cx="2986986" cy="3733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A1A6C7-2DCC-478F-98D9-AA46E54BE5F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1452"/>
          <a:stretch/>
        </p:blipFill>
        <p:spPr>
          <a:xfrm>
            <a:off x="4967702" y="2408321"/>
            <a:ext cx="7152934" cy="4897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5467A5-CE9B-48DD-BB28-4DDF062042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211" y="3107936"/>
            <a:ext cx="3169185" cy="4295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174C3C-42D3-4A3D-BB25-E8A767FA31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4111" y="4000154"/>
            <a:ext cx="5583033" cy="28055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6D0B123-0ED3-410D-8CA1-C5A7AA26BE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5835" y="4585545"/>
            <a:ext cx="7200900" cy="22479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D81C39-B41A-492B-A8E1-677907C1CF7E}"/>
              </a:ext>
            </a:extLst>
          </p:cNvPr>
          <p:cNvCxnSpPr>
            <a:cxnSpLocks/>
          </p:cNvCxnSpPr>
          <p:nvPr/>
        </p:nvCxnSpPr>
        <p:spPr>
          <a:xfrm>
            <a:off x="1169875" y="3168706"/>
            <a:ext cx="1641439" cy="1"/>
          </a:xfrm>
          <a:prstGeom prst="line">
            <a:avLst/>
          </a:prstGeom>
          <a:ln w="476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82E9301-D635-4288-9302-E693E820D19C}"/>
              </a:ext>
            </a:extLst>
          </p:cNvPr>
          <p:cNvCxnSpPr>
            <a:cxnSpLocks/>
          </p:cNvCxnSpPr>
          <p:nvPr/>
        </p:nvCxnSpPr>
        <p:spPr>
          <a:xfrm>
            <a:off x="7446723" y="3693328"/>
            <a:ext cx="1430989" cy="0"/>
          </a:xfrm>
          <a:prstGeom prst="line">
            <a:avLst/>
          </a:prstGeom>
          <a:ln w="476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D2D7540-2F3F-4CD2-8F04-140F60E75DC1}"/>
              </a:ext>
            </a:extLst>
          </p:cNvPr>
          <p:cNvCxnSpPr>
            <a:cxnSpLocks/>
          </p:cNvCxnSpPr>
          <p:nvPr/>
        </p:nvCxnSpPr>
        <p:spPr>
          <a:xfrm flipH="1" flipV="1">
            <a:off x="7441769" y="2877322"/>
            <a:ext cx="4954" cy="816006"/>
          </a:xfrm>
          <a:prstGeom prst="line">
            <a:avLst/>
          </a:prstGeom>
          <a:ln w="476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061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D4267-8F79-233F-967D-4BF6D96A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297393"/>
            <a:ext cx="10363202" cy="595996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NAT with pat </a:t>
            </a:r>
            <a:br>
              <a:rPr lang="en-US" sz="3600" dirty="0"/>
            </a:br>
            <a:r>
              <a:rPr lang="en-US" sz="3600" dirty="0"/>
              <a:t>Configs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CD27DBF-1848-47FF-81E9-BC442C3E1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143" y="2442662"/>
            <a:ext cx="4223156" cy="210722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6355537-079D-458B-B157-90614BDE5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981" y="3642582"/>
            <a:ext cx="3315787" cy="128316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09251EA-392F-497F-A343-F2C0E24F8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7981" y="1838187"/>
            <a:ext cx="3397152" cy="107440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3D2B6B7-F95D-44FE-8D15-2169B97CEC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780" y="1407585"/>
            <a:ext cx="3396386" cy="112870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B794D23-DC5C-44A5-B66F-D13D8AE95D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780" y="2564074"/>
            <a:ext cx="3396386" cy="91528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99236354-9469-4EE7-9A90-C6FA908D08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663" y="3544869"/>
            <a:ext cx="2766620" cy="100501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A5E17A9A-927F-4F60-9AE3-87962C43E8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780" y="4615395"/>
            <a:ext cx="3420111" cy="105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618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CFEBE7-6680-41B5-9C55-BDD7AD763C50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2649292" y="2595679"/>
            <a:ext cx="1896394" cy="1555302"/>
          </a:xfrm>
          <a:prstGeom prst="line">
            <a:avLst/>
          </a:prstGeom>
          <a:ln w="476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CB6463D-8E53-443C-9848-503A54A565B9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7652894" y="4150981"/>
            <a:ext cx="1122607" cy="849667"/>
          </a:xfrm>
          <a:prstGeom prst="line">
            <a:avLst/>
          </a:prstGeom>
          <a:ln w="476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7ED4267-8F79-233F-967D-4BF6D96A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6211" y="459528"/>
            <a:ext cx="3399578" cy="489784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GRE TUNNEL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4DB13-8E28-E9AA-4911-4C0F0EF38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C70C6A-14F5-4291-B454-3A2AF800C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74" y="1770739"/>
            <a:ext cx="4553036" cy="8249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BD2647-0455-4004-ADCB-85766C1DE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387" y="5000648"/>
            <a:ext cx="4986227" cy="8910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94438F-C465-45F7-A249-7652240C47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925" y="1770739"/>
            <a:ext cx="424815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519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B1BFED6-44B5-40E2-80C2-F4B38F93E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398" y="273217"/>
            <a:ext cx="3289204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IPsec Configs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BF7FD0-E652-4669-8EF3-2B246C086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932" y="1773167"/>
            <a:ext cx="2859668" cy="14575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42A17D-3A05-4C0F-BE32-36EED5822593}"/>
              </a:ext>
            </a:extLst>
          </p:cNvPr>
          <p:cNvSpPr txBox="1"/>
          <p:nvPr/>
        </p:nvSpPr>
        <p:spPr>
          <a:xfrm>
            <a:off x="1449090" y="1352549"/>
            <a:ext cx="2190701" cy="416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ISAKMP POLICY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5076F6-1892-4CE9-9AF4-96EEFE091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398" y="1752658"/>
            <a:ext cx="6452756" cy="4507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9AAC8C-E2C1-4008-91C4-A474F1B644C3}"/>
              </a:ext>
            </a:extLst>
          </p:cNvPr>
          <p:cNvSpPr txBox="1"/>
          <p:nvPr/>
        </p:nvSpPr>
        <p:spPr>
          <a:xfrm>
            <a:off x="6467427" y="1367938"/>
            <a:ext cx="23463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TRANSFORM</a:t>
            </a:r>
            <a:r>
              <a:rPr lang="en-US" sz="1800" dirty="0"/>
              <a:t> SET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34AC5C8-1F56-433E-87D2-4B56AB70B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1398" y="2880634"/>
            <a:ext cx="6510670" cy="29436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C0418AE-1103-416B-887F-053A7125FB28}"/>
              </a:ext>
            </a:extLst>
          </p:cNvPr>
          <p:cNvSpPr txBox="1"/>
          <p:nvPr/>
        </p:nvSpPr>
        <p:spPr>
          <a:xfrm>
            <a:off x="4592613" y="247408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COLORADO KEY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60F3F8A-FAEB-4465-A30E-C56A9CCCB5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290" y="3621752"/>
            <a:ext cx="6513778" cy="34926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F60C250-3158-4816-8197-489EA3CE7B81}"/>
              </a:ext>
            </a:extLst>
          </p:cNvPr>
          <p:cNvSpPr txBox="1"/>
          <p:nvPr/>
        </p:nvSpPr>
        <p:spPr>
          <a:xfrm>
            <a:off x="4592613" y="323076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GERMANY KEY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F3030DB-7E3C-4DF0-A85E-3F07744747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025" y="4773285"/>
            <a:ext cx="3435787" cy="114526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FB71ED8-94F6-48EB-838B-845D2293AC89}"/>
              </a:ext>
            </a:extLst>
          </p:cNvPr>
          <p:cNvSpPr txBox="1"/>
          <p:nvPr/>
        </p:nvSpPr>
        <p:spPr>
          <a:xfrm>
            <a:off x="1537696" y="4316392"/>
            <a:ext cx="24209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COLO CRYPTO MAP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7BA44CE-6666-48D1-BEF4-AD96C9153F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8312" y="4773284"/>
            <a:ext cx="3487263" cy="114526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EFD6EA3-C17F-476B-B8AE-326ACE661365}"/>
              </a:ext>
            </a:extLst>
          </p:cNvPr>
          <p:cNvSpPr txBox="1"/>
          <p:nvPr/>
        </p:nvSpPr>
        <p:spPr>
          <a:xfrm>
            <a:off x="6026650" y="4316392"/>
            <a:ext cx="29305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GERMANY CRYPTO  MAP</a:t>
            </a:r>
          </a:p>
        </p:txBody>
      </p:sp>
    </p:spTree>
    <p:extLst>
      <p:ext uri="{BB962C8B-B14F-4D97-AF65-F5344CB8AC3E}">
        <p14:creationId xmlns:p14="http://schemas.microsoft.com/office/powerpoint/2010/main" val="517989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136D0220-4A35-4064-8DDE-F2C45D764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50" y="1008047"/>
            <a:ext cx="7200900" cy="25527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B1BFED6-44B5-40E2-80C2-F4B38F93E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1007" y="265158"/>
            <a:ext cx="5670597" cy="742889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IPsec Configs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79BFB8-3AF4-4CF4-ABA3-176D99CAB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156" y="4984193"/>
            <a:ext cx="5124879" cy="7205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C6F19E9-CF0A-437D-9031-EBE84C6F2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186" y="4984192"/>
            <a:ext cx="5113265" cy="72050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AC7353C-7C42-4601-AA3A-D696E8832E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6678" y="3158256"/>
            <a:ext cx="4075754" cy="1326141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0FF46C0-B64C-4336-85C3-62926D3A70A5}"/>
              </a:ext>
            </a:extLst>
          </p:cNvPr>
          <p:cNvCxnSpPr>
            <a:cxnSpLocks/>
          </p:cNvCxnSpPr>
          <p:nvPr/>
        </p:nvCxnSpPr>
        <p:spPr>
          <a:xfrm flipV="1">
            <a:off x="3390213" y="1664340"/>
            <a:ext cx="0" cy="1493916"/>
          </a:xfrm>
          <a:prstGeom prst="line">
            <a:avLst/>
          </a:prstGeom>
          <a:ln w="476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2F2E731B-8304-44F3-A214-A2FFEE5DC6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941" y="3158256"/>
            <a:ext cx="4057416" cy="1319883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13E94D5-3102-4A21-B570-2CD8A9837A54}"/>
              </a:ext>
            </a:extLst>
          </p:cNvPr>
          <p:cNvCxnSpPr>
            <a:cxnSpLocks/>
          </p:cNvCxnSpPr>
          <p:nvPr/>
        </p:nvCxnSpPr>
        <p:spPr>
          <a:xfrm flipV="1">
            <a:off x="8838239" y="1664340"/>
            <a:ext cx="0" cy="1493916"/>
          </a:xfrm>
          <a:prstGeom prst="line">
            <a:avLst/>
          </a:prstGeom>
          <a:ln w="476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52F14F1-BC5C-4A2C-9E22-2224B2AC3495}"/>
              </a:ext>
            </a:extLst>
          </p:cNvPr>
          <p:cNvCxnSpPr>
            <a:cxnSpLocks/>
          </p:cNvCxnSpPr>
          <p:nvPr/>
        </p:nvCxnSpPr>
        <p:spPr>
          <a:xfrm>
            <a:off x="3390213" y="3151998"/>
            <a:ext cx="1220162" cy="0"/>
          </a:xfrm>
          <a:prstGeom prst="line">
            <a:avLst/>
          </a:prstGeom>
          <a:ln w="476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C6E0CAA-58CE-49FB-83B9-C12D87178F7F}"/>
              </a:ext>
            </a:extLst>
          </p:cNvPr>
          <p:cNvCxnSpPr>
            <a:cxnSpLocks/>
          </p:cNvCxnSpPr>
          <p:nvPr/>
        </p:nvCxnSpPr>
        <p:spPr>
          <a:xfrm>
            <a:off x="7512553" y="3151998"/>
            <a:ext cx="1325686" cy="0"/>
          </a:xfrm>
          <a:prstGeom prst="line">
            <a:avLst/>
          </a:prstGeom>
          <a:ln w="476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0B47360-BB43-4270-BCCE-BDBA85CAFC06}"/>
              </a:ext>
            </a:extLst>
          </p:cNvPr>
          <p:cNvCxnSpPr>
            <a:cxnSpLocks/>
          </p:cNvCxnSpPr>
          <p:nvPr/>
        </p:nvCxnSpPr>
        <p:spPr>
          <a:xfrm flipV="1">
            <a:off x="4610375" y="3151998"/>
            <a:ext cx="0" cy="1832195"/>
          </a:xfrm>
          <a:prstGeom prst="line">
            <a:avLst/>
          </a:prstGeom>
          <a:ln w="476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5D6DC01-F1F1-4A4A-B84B-D6140D519DE8}"/>
              </a:ext>
            </a:extLst>
          </p:cNvPr>
          <p:cNvCxnSpPr>
            <a:cxnSpLocks/>
          </p:cNvCxnSpPr>
          <p:nvPr/>
        </p:nvCxnSpPr>
        <p:spPr>
          <a:xfrm flipV="1">
            <a:off x="7512553" y="3151998"/>
            <a:ext cx="0" cy="1832195"/>
          </a:xfrm>
          <a:prstGeom prst="line">
            <a:avLst/>
          </a:prstGeom>
          <a:ln w="476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484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FD738-497D-0ABC-1FE7-8745C7E57F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E911B2-A7E5-48AB-9E5D-ACB9263B7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39" y="1601083"/>
            <a:ext cx="5323972" cy="156779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38EFAFC-3B12-45F6-8E2F-67E81962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398" y="333287"/>
            <a:ext cx="3289204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GERMANY ACL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ADA088-B5D7-4718-88A9-3BB9A45897EA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2908625" y="3168878"/>
            <a:ext cx="2394650" cy="1985706"/>
          </a:xfrm>
          <a:prstGeom prst="line">
            <a:avLst/>
          </a:prstGeom>
          <a:ln w="476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CF994933-D4E2-4BE4-B1FE-CB7EAF1DB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125" y="1601083"/>
            <a:ext cx="4363200" cy="156779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4E060C9-C13F-457B-82E4-446D667447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85" y="3468216"/>
            <a:ext cx="7600080" cy="2778038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F532704-6513-410E-8375-CD758B9ACB9F}"/>
              </a:ext>
            </a:extLst>
          </p:cNvPr>
          <p:cNvCxnSpPr>
            <a:cxnSpLocks/>
          </p:cNvCxnSpPr>
          <p:nvPr/>
        </p:nvCxnSpPr>
        <p:spPr>
          <a:xfrm flipV="1">
            <a:off x="6688899" y="3168877"/>
            <a:ext cx="0" cy="1985708"/>
          </a:xfrm>
          <a:prstGeom prst="line">
            <a:avLst/>
          </a:prstGeom>
          <a:ln w="476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029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5377FD-31FA-4BD7-933A-1BAAA4F8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684" y="2749779"/>
            <a:ext cx="5181600" cy="2436584"/>
          </a:xfrm>
        </p:spPr>
        <p:txBody>
          <a:bodyPr/>
          <a:lstStyle/>
          <a:p>
            <a:r>
              <a:rPr lang="en-US" b="1" dirty="0"/>
              <a:t>PHASE 3: </a:t>
            </a:r>
            <a:br>
              <a:rPr lang="en-US" b="1" dirty="0"/>
            </a:br>
            <a:r>
              <a:rPr lang="en-US" dirty="0"/>
              <a:t>DHCP AND VLAN</a:t>
            </a:r>
          </a:p>
        </p:txBody>
      </p:sp>
    </p:spTree>
    <p:extLst>
      <p:ext uri="{BB962C8B-B14F-4D97-AF65-F5344CB8AC3E}">
        <p14:creationId xmlns:p14="http://schemas.microsoft.com/office/powerpoint/2010/main" val="8938462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D4267-8F79-233F-967D-4BF6D96A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708" y="485842"/>
            <a:ext cx="2927851" cy="489784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DHCP POOLS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7039B3-9E0E-46E3-B5A4-0787CD12D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327106"/>
              </p:ext>
            </p:extLst>
          </p:nvPr>
        </p:nvGraphicFramePr>
        <p:xfrm>
          <a:off x="1429305" y="1691553"/>
          <a:ext cx="9676658" cy="33489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1112">
                  <a:extLst>
                    <a:ext uri="{9D8B030D-6E8A-4147-A177-3AD203B41FA5}">
                      <a16:colId xmlns:a16="http://schemas.microsoft.com/office/drawing/2014/main" val="383635752"/>
                    </a:ext>
                  </a:extLst>
                </a:gridCol>
                <a:gridCol w="1361112">
                  <a:extLst>
                    <a:ext uri="{9D8B030D-6E8A-4147-A177-3AD203B41FA5}">
                      <a16:colId xmlns:a16="http://schemas.microsoft.com/office/drawing/2014/main" val="3642658096"/>
                    </a:ext>
                  </a:extLst>
                </a:gridCol>
                <a:gridCol w="1188452">
                  <a:extLst>
                    <a:ext uri="{9D8B030D-6E8A-4147-A177-3AD203B41FA5}">
                      <a16:colId xmlns:a16="http://schemas.microsoft.com/office/drawing/2014/main" val="118481464"/>
                    </a:ext>
                  </a:extLst>
                </a:gridCol>
                <a:gridCol w="1533772">
                  <a:extLst>
                    <a:ext uri="{9D8B030D-6E8A-4147-A177-3AD203B41FA5}">
                      <a16:colId xmlns:a16="http://schemas.microsoft.com/office/drawing/2014/main" val="3632387619"/>
                    </a:ext>
                  </a:extLst>
                </a:gridCol>
                <a:gridCol w="1861874">
                  <a:extLst>
                    <a:ext uri="{9D8B030D-6E8A-4147-A177-3AD203B41FA5}">
                      <a16:colId xmlns:a16="http://schemas.microsoft.com/office/drawing/2014/main" val="3564124415"/>
                    </a:ext>
                  </a:extLst>
                </a:gridCol>
                <a:gridCol w="1211204">
                  <a:extLst>
                    <a:ext uri="{9D8B030D-6E8A-4147-A177-3AD203B41FA5}">
                      <a16:colId xmlns:a16="http://schemas.microsoft.com/office/drawing/2014/main" val="1262812106"/>
                    </a:ext>
                  </a:extLst>
                </a:gridCol>
                <a:gridCol w="1159132">
                  <a:extLst>
                    <a:ext uri="{9D8B030D-6E8A-4147-A177-3AD203B41FA5}">
                      <a16:colId xmlns:a16="http://schemas.microsoft.com/office/drawing/2014/main" val="3508024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POOL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NETWORK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SUBNET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EXCLUDED-ADDRESS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ADDRESS RANGE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DOMAIN NAME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DEFAULT ROUTER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8379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COLO VLAN 100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172.26.4.0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/24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172.26.4.1-.10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172.26.4.11-254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COLO.com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172.26.4.1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18804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COLO VLAN 200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172.26.5.0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/24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172.26.5.1-.10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172.26.5.11-.254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COLO.com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172.26.5.1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29125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COLO VLAN 300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172.26.6.0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/24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172.26.6.1-.10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172.26.6.11-.254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COLO.com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172.26.6.1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70636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GERMANY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172.26.0.0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/22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172.26.0.1-.20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172.26.0.21 - 172.26.3.254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GERM.com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172.26.0.1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4684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LIMA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172.26.7.0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/26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172.26.7.1-.10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172.26.7.11-.254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LIMA.com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172.26.7.1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68319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7595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B1BFED6-44B5-40E2-80C2-F4B38F93E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398" y="273217"/>
            <a:ext cx="3289204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DHCP CONFIGS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0D8646-B00B-4190-A920-8CFE89CE8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57605"/>
            <a:ext cx="4695914" cy="39396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667802-D0E2-4309-9479-72A452935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934" y="1757605"/>
            <a:ext cx="5184800" cy="11597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2F499A-F6FD-4EE2-B923-E8AA2E5A57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934" y="4453757"/>
            <a:ext cx="5206458" cy="124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56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D4267-8F79-233F-967D-4BF6D96A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708" y="485842"/>
            <a:ext cx="2927851" cy="489784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VLANs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DD9751-F01A-4DD6-9E33-D0ABD870B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708" y="1982491"/>
            <a:ext cx="6478697" cy="2471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D2E893-E792-47F7-945F-3EF14A24453B}"/>
              </a:ext>
            </a:extLst>
          </p:cNvPr>
          <p:cNvSpPr txBox="1"/>
          <p:nvPr/>
        </p:nvSpPr>
        <p:spPr>
          <a:xfrm>
            <a:off x="5936788" y="4801460"/>
            <a:ext cx="4212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MANAGEMENT VLAN: </a:t>
            </a:r>
            <a:r>
              <a:rPr lang="en-US" sz="2400" dirty="0">
                <a:highlight>
                  <a:srgbClr val="FFFF00"/>
                </a:highlight>
              </a:rPr>
              <a:t>192.168.255.246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741620-0F81-4E5B-8177-463FCA5B1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52" y="1430375"/>
            <a:ext cx="3586222" cy="11042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F67008-451F-4501-9D25-564B0D124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550" y="2661446"/>
            <a:ext cx="3586222" cy="11042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8A4F33-1E81-44AB-A41D-C3597A6323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550" y="3892518"/>
            <a:ext cx="3586222" cy="11143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9EE99A-BCF8-4EED-96D4-53FB943BBD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588" y="5133721"/>
            <a:ext cx="3588183" cy="127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17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5377FD-31FA-4BD7-933A-1BAAA4F8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684" y="2749779"/>
            <a:ext cx="5181600" cy="2436584"/>
          </a:xfrm>
        </p:spPr>
        <p:txBody>
          <a:bodyPr/>
          <a:lstStyle/>
          <a:p>
            <a:r>
              <a:rPr lang="en-US" b="1" dirty="0"/>
              <a:t>PHASE 4: </a:t>
            </a:r>
            <a:br>
              <a:rPr lang="en-US" b="1" dirty="0"/>
            </a:br>
            <a:r>
              <a:rPr lang="en-US" dirty="0"/>
              <a:t>TESTING AND VERIFICATION</a:t>
            </a:r>
          </a:p>
        </p:txBody>
      </p:sp>
    </p:spTree>
    <p:extLst>
      <p:ext uri="{BB962C8B-B14F-4D97-AF65-F5344CB8AC3E}">
        <p14:creationId xmlns:p14="http://schemas.microsoft.com/office/powerpoint/2010/main" val="115933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8EFAFC-3B12-45F6-8E2F-67E81962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398" y="182367"/>
            <a:ext cx="3289204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TESTING AND VERIFICATION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B199457-A572-44A4-86AD-7C7C11DA5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53890"/>
              </p:ext>
            </p:extLst>
          </p:nvPr>
        </p:nvGraphicFramePr>
        <p:xfrm>
          <a:off x="1719309" y="1110213"/>
          <a:ext cx="8336132" cy="543225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84033">
                  <a:extLst>
                    <a:ext uri="{9D8B030D-6E8A-4147-A177-3AD203B41FA5}">
                      <a16:colId xmlns:a16="http://schemas.microsoft.com/office/drawing/2014/main" val="2779191745"/>
                    </a:ext>
                  </a:extLst>
                </a:gridCol>
                <a:gridCol w="2320001">
                  <a:extLst>
                    <a:ext uri="{9D8B030D-6E8A-4147-A177-3AD203B41FA5}">
                      <a16:colId xmlns:a16="http://schemas.microsoft.com/office/drawing/2014/main" val="322496456"/>
                    </a:ext>
                  </a:extLst>
                </a:gridCol>
                <a:gridCol w="1848065">
                  <a:extLst>
                    <a:ext uri="{9D8B030D-6E8A-4147-A177-3AD203B41FA5}">
                      <a16:colId xmlns:a16="http://schemas.microsoft.com/office/drawing/2014/main" val="6693324"/>
                    </a:ext>
                  </a:extLst>
                </a:gridCol>
                <a:gridCol w="2084033">
                  <a:extLst>
                    <a:ext uri="{9D8B030D-6E8A-4147-A177-3AD203B41FA5}">
                      <a16:colId xmlns:a16="http://schemas.microsoft.com/office/drawing/2014/main" val="1562384655"/>
                    </a:ext>
                  </a:extLst>
                </a:gridCol>
              </a:tblGrid>
              <a:tr h="5689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SOURCE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DESTINATION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PROTOCOL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EXPECTED RESULT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extLst>
                  <a:ext uri="{0D108BD9-81ED-4DB2-BD59-A6C34878D82A}">
                    <a16:rowId xmlns:a16="http://schemas.microsoft.com/office/drawing/2014/main" val="2064716166"/>
                  </a:ext>
                </a:extLst>
              </a:tr>
              <a:tr h="1626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Host on VLAN1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ISP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HTTP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18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extLst>
                  <a:ext uri="{0D108BD9-81ED-4DB2-BD59-A6C34878D82A}">
                    <a16:rowId xmlns:a16="http://schemas.microsoft.com/office/drawing/2014/main" val="2134173858"/>
                  </a:ext>
                </a:extLst>
              </a:tr>
              <a:tr h="3183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Host on VLAN1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Host on Germany LAN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ICMP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18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extLst>
                  <a:ext uri="{0D108BD9-81ED-4DB2-BD59-A6C34878D82A}">
                    <a16:rowId xmlns:a16="http://schemas.microsoft.com/office/drawing/2014/main" val="3093704737"/>
                  </a:ext>
                </a:extLst>
              </a:tr>
              <a:tr h="1626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Host on VLAN1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Host on VLAN 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ICMP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180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extLst>
                  <a:ext uri="{0D108BD9-81ED-4DB2-BD59-A6C34878D82A}">
                    <a16:rowId xmlns:a16="http://schemas.microsoft.com/office/drawing/2014/main" val="2802771485"/>
                  </a:ext>
                </a:extLst>
              </a:tr>
              <a:tr h="1626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Host on VLAN1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Host on VLAN 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ICMP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18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extLst>
                  <a:ext uri="{0D108BD9-81ED-4DB2-BD59-A6C34878D82A}">
                    <a16:rowId xmlns:a16="http://schemas.microsoft.com/office/drawing/2014/main" val="3669527013"/>
                  </a:ext>
                </a:extLst>
              </a:tr>
              <a:tr h="1626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Host on VLAN 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Host on VLAN 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ICMP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18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extLst>
                  <a:ext uri="{0D108BD9-81ED-4DB2-BD59-A6C34878D82A}">
                    <a16:rowId xmlns:a16="http://schemas.microsoft.com/office/drawing/2014/main" val="1886677158"/>
                  </a:ext>
                </a:extLst>
              </a:tr>
              <a:tr h="3183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Host on VLAN 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Host on Germany LAN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ICMP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18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extLst>
                  <a:ext uri="{0D108BD9-81ED-4DB2-BD59-A6C34878D82A}">
                    <a16:rowId xmlns:a16="http://schemas.microsoft.com/office/drawing/2014/main" val="1438790897"/>
                  </a:ext>
                </a:extLst>
              </a:tr>
              <a:tr h="1626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Host on VLAN 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ISP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HTTP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180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extLst>
                  <a:ext uri="{0D108BD9-81ED-4DB2-BD59-A6C34878D82A}">
                    <a16:rowId xmlns:a16="http://schemas.microsoft.com/office/drawing/2014/main" val="831677644"/>
                  </a:ext>
                </a:extLst>
              </a:tr>
              <a:tr h="3183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Host on VLAN 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Host on Germany LAN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ICMP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18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extLst>
                  <a:ext uri="{0D108BD9-81ED-4DB2-BD59-A6C34878D82A}">
                    <a16:rowId xmlns:a16="http://schemas.microsoft.com/office/drawing/2014/main" val="45882237"/>
                  </a:ext>
                </a:extLst>
              </a:tr>
              <a:tr h="1626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Host on VLAN 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ISP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HTTP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18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extLst>
                  <a:ext uri="{0D108BD9-81ED-4DB2-BD59-A6C34878D82A}">
                    <a16:rowId xmlns:a16="http://schemas.microsoft.com/office/drawing/2014/main" val="1869326135"/>
                  </a:ext>
                </a:extLst>
              </a:tr>
              <a:tr h="3183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Host on Germany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ISP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HTTP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18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extLst>
                  <a:ext uri="{0D108BD9-81ED-4DB2-BD59-A6C34878D82A}">
                    <a16:rowId xmlns:a16="http://schemas.microsoft.com/office/drawing/2014/main" val="67247249"/>
                  </a:ext>
                </a:extLst>
              </a:tr>
              <a:tr h="3183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Host on Germany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ISP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Telnet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FAIL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extLst>
                  <a:ext uri="{0D108BD9-81ED-4DB2-BD59-A6C34878D82A}">
                    <a16:rowId xmlns:a16="http://schemas.microsoft.com/office/drawing/2014/main" val="4171235726"/>
                  </a:ext>
                </a:extLst>
              </a:tr>
              <a:tr h="3183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Router on Colorado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SYSLog Server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LOGS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18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extLst>
                  <a:ext uri="{0D108BD9-81ED-4DB2-BD59-A6C34878D82A}">
                    <a16:rowId xmlns:a16="http://schemas.microsoft.com/office/drawing/2014/main" val="2278454926"/>
                  </a:ext>
                </a:extLst>
              </a:tr>
              <a:tr h="3183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NAT on Germany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NAT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18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extLst>
                  <a:ext uri="{0D108BD9-81ED-4DB2-BD59-A6C34878D82A}">
                    <a16:rowId xmlns:a16="http://schemas.microsoft.com/office/drawing/2014/main" val="2399569226"/>
                  </a:ext>
                </a:extLst>
              </a:tr>
              <a:tr h="3183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NAT on Colorado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NAT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18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extLst>
                  <a:ext uri="{0D108BD9-81ED-4DB2-BD59-A6C34878D82A}">
                    <a16:rowId xmlns:a16="http://schemas.microsoft.com/office/drawing/2014/main" val="950450555"/>
                  </a:ext>
                </a:extLst>
              </a:tr>
              <a:tr h="1626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NAT on ISP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ISP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WEB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18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extLst>
                  <a:ext uri="{0D108BD9-81ED-4DB2-BD59-A6C34878D82A}">
                    <a16:rowId xmlns:a16="http://schemas.microsoft.com/office/drawing/2014/main" val="3208408637"/>
                  </a:ext>
                </a:extLst>
              </a:tr>
              <a:tr h="3475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TELNET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ISP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TELNET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FAIL</a:t>
                      </a:r>
                      <a:endParaRPr lang="en-US" sz="18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51" marR="6951" marT="6951" marB="0" anchor="ctr"/>
                </a:tc>
                <a:extLst>
                  <a:ext uri="{0D108BD9-81ED-4DB2-BD59-A6C34878D82A}">
                    <a16:rowId xmlns:a16="http://schemas.microsoft.com/office/drawing/2014/main" val="2218115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40937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1C1985-30C4-4642-B4F1-51D6168F0238}"/>
              </a:ext>
            </a:extLst>
          </p:cNvPr>
          <p:cNvCxnSpPr>
            <a:cxnSpLocks/>
          </p:cNvCxnSpPr>
          <p:nvPr/>
        </p:nvCxnSpPr>
        <p:spPr>
          <a:xfrm flipH="1" flipV="1">
            <a:off x="1374942" y="3705723"/>
            <a:ext cx="2644525" cy="1"/>
          </a:xfrm>
          <a:prstGeom prst="line">
            <a:avLst/>
          </a:prstGeom>
          <a:ln w="476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440DBFA-320A-461A-98FF-A8B019872AE1}"/>
              </a:ext>
            </a:extLst>
          </p:cNvPr>
          <p:cNvCxnSpPr>
            <a:cxnSpLocks/>
          </p:cNvCxnSpPr>
          <p:nvPr/>
        </p:nvCxnSpPr>
        <p:spPr>
          <a:xfrm flipH="1" flipV="1">
            <a:off x="1374942" y="2500487"/>
            <a:ext cx="2644525" cy="1"/>
          </a:xfrm>
          <a:prstGeom prst="line">
            <a:avLst/>
          </a:prstGeom>
          <a:ln w="476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4A754A-084C-4EA2-9DC0-10DFE11EF1A4}"/>
              </a:ext>
            </a:extLst>
          </p:cNvPr>
          <p:cNvCxnSpPr>
            <a:cxnSpLocks/>
          </p:cNvCxnSpPr>
          <p:nvPr/>
        </p:nvCxnSpPr>
        <p:spPr>
          <a:xfrm flipH="1" flipV="1">
            <a:off x="1374943" y="4867470"/>
            <a:ext cx="2348495" cy="1"/>
          </a:xfrm>
          <a:prstGeom prst="line">
            <a:avLst/>
          </a:prstGeom>
          <a:ln w="476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CA551C7B-7284-401C-BB7F-D70859B57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86" y="4506581"/>
            <a:ext cx="1190625" cy="9906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38EFAFC-3B12-45F6-8E2F-67E81962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398" y="182367"/>
            <a:ext cx="3289204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NAT VERIFICAITON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DD0D72-1485-4507-90F4-2F3506FAE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985" y="2112982"/>
            <a:ext cx="7868508" cy="833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75336F-AA87-4D39-A485-136CD8C3E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804" y="3276274"/>
            <a:ext cx="7868507" cy="9005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D9E5B1-FBC3-4F39-B398-76A346E61C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985" y="4506581"/>
            <a:ext cx="7861326" cy="7497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BAD7AB-6BE6-463A-BB0D-DADA207E6D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910" y="3335537"/>
            <a:ext cx="1095375" cy="990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D598CAA-653B-4A89-B94D-16BC14E3E6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034" y="2150878"/>
            <a:ext cx="619125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888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E82FAAC-11C9-4367-8796-91972236C6ED}"/>
              </a:ext>
            </a:extLst>
          </p:cNvPr>
          <p:cNvCxnSpPr>
            <a:cxnSpLocks/>
          </p:cNvCxnSpPr>
          <p:nvPr/>
        </p:nvCxnSpPr>
        <p:spPr>
          <a:xfrm flipH="1" flipV="1">
            <a:off x="1736756" y="3723385"/>
            <a:ext cx="2348495" cy="1"/>
          </a:xfrm>
          <a:prstGeom prst="line">
            <a:avLst/>
          </a:prstGeom>
          <a:ln w="476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E38EFAFC-3B12-45F6-8E2F-67E81962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398" y="226208"/>
            <a:ext cx="3289204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IPsec Verification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B21FE8-686D-4ECD-82EA-5B6916B20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251" y="1721021"/>
            <a:ext cx="7539584" cy="32829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4D5A3B-DBE2-4E50-8092-C0CF928AB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305" y="5003972"/>
            <a:ext cx="7534530" cy="8354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FE1710-46FD-4628-B97C-416A74175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099" y="3362496"/>
            <a:ext cx="1190625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3543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D75C420-A310-4AE8-875A-E12E43678D54}"/>
              </a:ext>
            </a:extLst>
          </p:cNvPr>
          <p:cNvCxnSpPr>
            <a:cxnSpLocks/>
          </p:cNvCxnSpPr>
          <p:nvPr/>
        </p:nvCxnSpPr>
        <p:spPr>
          <a:xfrm flipH="1" flipV="1">
            <a:off x="1670972" y="3716807"/>
            <a:ext cx="2348495" cy="1"/>
          </a:xfrm>
          <a:prstGeom prst="line">
            <a:avLst/>
          </a:prstGeom>
          <a:ln w="476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E38EFAFC-3B12-45F6-8E2F-67E81962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398" y="226208"/>
            <a:ext cx="3289204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IPsec Verification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73602F-478F-475E-925D-5992952A4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570" y="1521989"/>
            <a:ext cx="7858063" cy="33272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1F81CD-4F7D-43FF-8960-0C2B0B3CB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1569" y="4849277"/>
            <a:ext cx="7858063" cy="12341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3854C4-8AE2-4BD1-B9BB-56D7F1C5D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263" y="3354718"/>
            <a:ext cx="1095375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4632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FD738-497D-0ABC-1FE7-8745C7E57F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38EFAFC-3B12-45F6-8E2F-67E81962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398" y="315532"/>
            <a:ext cx="3289204" cy="900709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GERMANY VERIFICATION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8D3461-D1C8-4480-8A40-95490606E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657716"/>
              </p:ext>
            </p:extLst>
          </p:nvPr>
        </p:nvGraphicFramePr>
        <p:xfrm>
          <a:off x="2726925" y="2136797"/>
          <a:ext cx="6738150" cy="32079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26328">
                  <a:extLst>
                    <a:ext uri="{9D8B030D-6E8A-4147-A177-3AD203B41FA5}">
                      <a16:colId xmlns:a16="http://schemas.microsoft.com/office/drawing/2014/main" val="3929985045"/>
                    </a:ext>
                  </a:extLst>
                </a:gridCol>
                <a:gridCol w="2026328">
                  <a:extLst>
                    <a:ext uri="{9D8B030D-6E8A-4147-A177-3AD203B41FA5}">
                      <a16:colId xmlns:a16="http://schemas.microsoft.com/office/drawing/2014/main" val="4233761677"/>
                    </a:ext>
                  </a:extLst>
                </a:gridCol>
                <a:gridCol w="1566342">
                  <a:extLst>
                    <a:ext uri="{9D8B030D-6E8A-4147-A177-3AD203B41FA5}">
                      <a16:colId xmlns:a16="http://schemas.microsoft.com/office/drawing/2014/main" val="4086940341"/>
                    </a:ext>
                  </a:extLst>
                </a:gridCol>
                <a:gridCol w="1119152">
                  <a:extLst>
                    <a:ext uri="{9D8B030D-6E8A-4147-A177-3AD203B41FA5}">
                      <a16:colId xmlns:a16="http://schemas.microsoft.com/office/drawing/2014/main" val="1017295743"/>
                    </a:ext>
                  </a:extLst>
                </a:gridCol>
              </a:tblGrid>
              <a:tr h="476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SOURCE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DESTINATION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PROTOCOL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RESULT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05622508"/>
                  </a:ext>
                </a:extLst>
              </a:tr>
              <a:tr h="3414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Host on Germany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ISP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FAIL</a:t>
                      </a:r>
                      <a:endParaRPr lang="en-US" sz="20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9745013"/>
                  </a:ext>
                </a:extLst>
              </a:tr>
              <a:tr h="3414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Host on Germany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ISP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HTTP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62522086"/>
                  </a:ext>
                </a:extLst>
              </a:tr>
              <a:tr h="3414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Host on Germany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LIMA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83727308"/>
                  </a:ext>
                </a:extLst>
              </a:tr>
              <a:tr h="3414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Host on Germany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SNMP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ICMP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79048680"/>
                  </a:ext>
                </a:extLst>
              </a:tr>
              <a:tr h="3414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Host on Germany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SYSLOG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ICMP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40710896"/>
                  </a:ext>
                </a:extLst>
              </a:tr>
              <a:tr h="3414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Host on Germany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100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275342"/>
                  </a:ext>
                </a:extLst>
              </a:tr>
              <a:tr h="3414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Host on Germany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200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60508788"/>
                  </a:ext>
                </a:extLst>
              </a:tr>
              <a:tr h="3414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Host on Germany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VLAN 300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ICMP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70332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441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8EFAFC-3B12-45F6-8E2F-67E81962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398" y="185234"/>
            <a:ext cx="3289204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GERMANY VERIFICATION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93FAB-F424-481A-A15B-A160FE5A8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26" y="1191254"/>
            <a:ext cx="4139565" cy="505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2789B3-4A6C-42B7-AFD4-FC4515BC0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258" y="1557232"/>
            <a:ext cx="6801189" cy="432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176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8EFAFC-3B12-45F6-8E2F-67E81962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398" y="185234"/>
            <a:ext cx="3289204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GERMANY VERIFICATION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AAD24D-D277-40E3-88D1-B61357FB4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13" y="2924697"/>
            <a:ext cx="10998373" cy="79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9793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8EFAFC-3B12-45F6-8E2F-67E81962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3997" y="197760"/>
            <a:ext cx="3964005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Colorado VLAN 100 verification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CDA668D-FB78-4E67-A69D-B18E93A25A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039541"/>
              </p:ext>
            </p:extLst>
          </p:nvPr>
        </p:nvGraphicFramePr>
        <p:xfrm>
          <a:off x="2787039" y="1987376"/>
          <a:ext cx="6617920" cy="308566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54480">
                  <a:extLst>
                    <a:ext uri="{9D8B030D-6E8A-4147-A177-3AD203B41FA5}">
                      <a16:colId xmlns:a16="http://schemas.microsoft.com/office/drawing/2014/main" val="884930749"/>
                    </a:ext>
                  </a:extLst>
                </a:gridCol>
                <a:gridCol w="1654480">
                  <a:extLst>
                    <a:ext uri="{9D8B030D-6E8A-4147-A177-3AD203B41FA5}">
                      <a16:colId xmlns:a16="http://schemas.microsoft.com/office/drawing/2014/main" val="2607805851"/>
                    </a:ext>
                  </a:extLst>
                </a:gridCol>
                <a:gridCol w="1654480">
                  <a:extLst>
                    <a:ext uri="{9D8B030D-6E8A-4147-A177-3AD203B41FA5}">
                      <a16:colId xmlns:a16="http://schemas.microsoft.com/office/drawing/2014/main" val="1084173919"/>
                    </a:ext>
                  </a:extLst>
                </a:gridCol>
                <a:gridCol w="1654480">
                  <a:extLst>
                    <a:ext uri="{9D8B030D-6E8A-4147-A177-3AD203B41FA5}">
                      <a16:colId xmlns:a16="http://schemas.microsoft.com/office/drawing/2014/main" val="2873929427"/>
                    </a:ext>
                  </a:extLst>
                </a:gridCol>
              </a:tblGrid>
              <a:tr h="6775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SOURCE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DESTINATION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PROTOCOL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EXPECTED RESULT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19260800"/>
                  </a:ext>
                </a:extLst>
              </a:tr>
              <a:tr h="34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100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ISP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HTTP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9025021"/>
                  </a:ext>
                </a:extLst>
              </a:tr>
              <a:tr h="34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100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LIMA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ICMP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8787728"/>
                  </a:ext>
                </a:extLst>
              </a:tr>
              <a:tr h="34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100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SNMP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37134095"/>
                  </a:ext>
                </a:extLst>
              </a:tr>
              <a:tr h="34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100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SYSLOG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59442197"/>
                  </a:ext>
                </a:extLst>
              </a:tr>
              <a:tr h="34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100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GERMANY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24124023"/>
                  </a:ext>
                </a:extLst>
              </a:tr>
              <a:tr h="34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100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200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6955305"/>
                  </a:ext>
                </a:extLst>
              </a:tr>
              <a:tr h="34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100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300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302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71748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8EFAFC-3B12-45F6-8E2F-67E81962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3997" y="197760"/>
            <a:ext cx="3964005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Colorado VLAN 100 verification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CAAD52-617C-4370-9C2A-C0F786222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258" y="1557232"/>
            <a:ext cx="6801189" cy="43230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9E5323-FE47-413B-949A-DE6C933B2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8" y="1557232"/>
            <a:ext cx="4749681" cy="432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8876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8EFAFC-3B12-45F6-8E2F-67E81962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3997" y="197760"/>
            <a:ext cx="3964005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Colorado VLAN 200 verification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5B881D9-9165-4E81-8BB4-2C1AF0E2E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098381"/>
              </p:ext>
            </p:extLst>
          </p:nvPr>
        </p:nvGraphicFramePr>
        <p:xfrm>
          <a:off x="2823574" y="2012428"/>
          <a:ext cx="6544852" cy="30292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36213">
                  <a:extLst>
                    <a:ext uri="{9D8B030D-6E8A-4147-A177-3AD203B41FA5}">
                      <a16:colId xmlns:a16="http://schemas.microsoft.com/office/drawing/2014/main" val="1117233064"/>
                    </a:ext>
                  </a:extLst>
                </a:gridCol>
                <a:gridCol w="1636213">
                  <a:extLst>
                    <a:ext uri="{9D8B030D-6E8A-4147-A177-3AD203B41FA5}">
                      <a16:colId xmlns:a16="http://schemas.microsoft.com/office/drawing/2014/main" val="657638502"/>
                    </a:ext>
                  </a:extLst>
                </a:gridCol>
                <a:gridCol w="1636213">
                  <a:extLst>
                    <a:ext uri="{9D8B030D-6E8A-4147-A177-3AD203B41FA5}">
                      <a16:colId xmlns:a16="http://schemas.microsoft.com/office/drawing/2014/main" val="2335571712"/>
                    </a:ext>
                  </a:extLst>
                </a:gridCol>
                <a:gridCol w="1636213">
                  <a:extLst>
                    <a:ext uri="{9D8B030D-6E8A-4147-A177-3AD203B41FA5}">
                      <a16:colId xmlns:a16="http://schemas.microsoft.com/office/drawing/2014/main" val="296366284"/>
                    </a:ext>
                  </a:extLst>
                </a:gridCol>
              </a:tblGrid>
              <a:tr h="6652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SOURCE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DESTINATION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PROTOCOL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EXPECTED RESULT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7775580"/>
                  </a:ext>
                </a:extLst>
              </a:tr>
              <a:tr h="3377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200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ISP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HTTP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05926553"/>
                  </a:ext>
                </a:extLst>
              </a:tr>
              <a:tr h="3377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200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LIMA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16264644"/>
                  </a:ext>
                </a:extLst>
              </a:tr>
              <a:tr h="3377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200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SNMP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06804691"/>
                  </a:ext>
                </a:extLst>
              </a:tr>
              <a:tr h="3377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200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SYSLOG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45138964"/>
                  </a:ext>
                </a:extLst>
              </a:tr>
              <a:tr h="3377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200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GERMANY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62713849"/>
                  </a:ext>
                </a:extLst>
              </a:tr>
              <a:tr h="3377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200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100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14724"/>
                  </a:ext>
                </a:extLst>
              </a:tr>
              <a:tr h="3377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200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300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1796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0248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8EFAFC-3B12-45F6-8E2F-67E81962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3997" y="197760"/>
            <a:ext cx="3964005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Colorado VLAN 200 verification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764601-D811-4B07-9266-DB8623358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258" y="1557232"/>
            <a:ext cx="6801189" cy="4323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AB96A1-3B52-4371-8883-034E75EC4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2" y="2063493"/>
            <a:ext cx="5094196" cy="15516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35CBCD-7B60-4561-A474-E57C3B103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62" y="3615120"/>
            <a:ext cx="5094196" cy="168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2779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8EFAFC-3B12-45F6-8E2F-67E81962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3997" y="197760"/>
            <a:ext cx="3964005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Colorado VLAN 300 verification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EF5025-4C61-48B5-8D1D-A92208D3C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306477"/>
              </p:ext>
            </p:extLst>
          </p:nvPr>
        </p:nvGraphicFramePr>
        <p:xfrm>
          <a:off x="2855933" y="2010427"/>
          <a:ext cx="6480132" cy="29636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20033">
                  <a:extLst>
                    <a:ext uri="{9D8B030D-6E8A-4147-A177-3AD203B41FA5}">
                      <a16:colId xmlns:a16="http://schemas.microsoft.com/office/drawing/2014/main" val="2793242379"/>
                    </a:ext>
                  </a:extLst>
                </a:gridCol>
                <a:gridCol w="1620033">
                  <a:extLst>
                    <a:ext uri="{9D8B030D-6E8A-4147-A177-3AD203B41FA5}">
                      <a16:colId xmlns:a16="http://schemas.microsoft.com/office/drawing/2014/main" val="2922628011"/>
                    </a:ext>
                  </a:extLst>
                </a:gridCol>
                <a:gridCol w="1620033">
                  <a:extLst>
                    <a:ext uri="{9D8B030D-6E8A-4147-A177-3AD203B41FA5}">
                      <a16:colId xmlns:a16="http://schemas.microsoft.com/office/drawing/2014/main" val="845140899"/>
                    </a:ext>
                  </a:extLst>
                </a:gridCol>
                <a:gridCol w="1620033">
                  <a:extLst>
                    <a:ext uri="{9D8B030D-6E8A-4147-A177-3AD203B41FA5}">
                      <a16:colId xmlns:a16="http://schemas.microsoft.com/office/drawing/2014/main" val="2817038304"/>
                    </a:ext>
                  </a:extLst>
                </a:gridCol>
              </a:tblGrid>
              <a:tr h="4696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SOURCE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DESTINATION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PROTOCOL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EXPECTED RESULT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8703243"/>
                  </a:ext>
                </a:extLst>
              </a:tr>
              <a:tr h="3349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VLAN 300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ISP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HTTP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53692116"/>
                  </a:ext>
                </a:extLst>
              </a:tr>
              <a:tr h="3349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300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LIMA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78121665"/>
                  </a:ext>
                </a:extLst>
              </a:tr>
              <a:tr h="3349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300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SNMP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4534263"/>
                  </a:ext>
                </a:extLst>
              </a:tr>
              <a:tr h="3349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300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SYSLOG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65265776"/>
                  </a:ext>
                </a:extLst>
              </a:tr>
              <a:tr h="3349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300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GERMANY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ICMP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75946032"/>
                  </a:ext>
                </a:extLst>
              </a:tr>
              <a:tr h="3349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300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100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543369"/>
                  </a:ext>
                </a:extLst>
              </a:tr>
              <a:tr h="3349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300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200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69820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27188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8EFAFC-3B12-45F6-8E2F-67E81962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3997" y="197760"/>
            <a:ext cx="3964005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Colorado VLAN 300 verification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B9FC85-2B24-452D-822B-CFB183AE8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258" y="1557232"/>
            <a:ext cx="6801189" cy="43230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4A84FF-E3F3-4DA7-A71B-3C1CB0428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12" y="1859423"/>
            <a:ext cx="4718292" cy="371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52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8EFAFC-3B12-45F6-8E2F-67E81962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3997" y="304232"/>
            <a:ext cx="3964005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LIMA verification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E09902F-91AB-476A-8938-1D30E955C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36803"/>
              </p:ext>
            </p:extLst>
          </p:nvPr>
        </p:nvGraphicFramePr>
        <p:xfrm>
          <a:off x="2713971" y="2031519"/>
          <a:ext cx="6764056" cy="282452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91014">
                  <a:extLst>
                    <a:ext uri="{9D8B030D-6E8A-4147-A177-3AD203B41FA5}">
                      <a16:colId xmlns:a16="http://schemas.microsoft.com/office/drawing/2014/main" val="3640427749"/>
                    </a:ext>
                  </a:extLst>
                </a:gridCol>
                <a:gridCol w="1691014">
                  <a:extLst>
                    <a:ext uri="{9D8B030D-6E8A-4147-A177-3AD203B41FA5}">
                      <a16:colId xmlns:a16="http://schemas.microsoft.com/office/drawing/2014/main" val="2765066228"/>
                    </a:ext>
                  </a:extLst>
                </a:gridCol>
                <a:gridCol w="1691014">
                  <a:extLst>
                    <a:ext uri="{9D8B030D-6E8A-4147-A177-3AD203B41FA5}">
                      <a16:colId xmlns:a16="http://schemas.microsoft.com/office/drawing/2014/main" val="414032456"/>
                    </a:ext>
                  </a:extLst>
                </a:gridCol>
                <a:gridCol w="1691014">
                  <a:extLst>
                    <a:ext uri="{9D8B030D-6E8A-4147-A177-3AD203B41FA5}">
                      <a16:colId xmlns:a16="http://schemas.microsoft.com/office/drawing/2014/main" val="913121436"/>
                    </a:ext>
                  </a:extLst>
                </a:gridCol>
              </a:tblGrid>
              <a:tr h="5186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SOURCE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DESTINATION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PROTOCOL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EXPECTED RESULT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39471017"/>
                  </a:ext>
                </a:extLst>
              </a:tr>
              <a:tr h="2927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Host on LIMA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ISP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HTTP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18437193"/>
                  </a:ext>
                </a:extLst>
              </a:tr>
              <a:tr h="2927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Host on LIMA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GERMANY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44302912"/>
                  </a:ext>
                </a:extLst>
              </a:tr>
              <a:tr h="3194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Host on LIMA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SNMP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78516971"/>
                  </a:ext>
                </a:extLst>
              </a:tr>
              <a:tr h="2927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Host on LIMA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SYSLOG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4075438"/>
                  </a:ext>
                </a:extLst>
              </a:tr>
              <a:tr h="2927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Host on LIMA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100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02693229"/>
                  </a:ext>
                </a:extLst>
              </a:tr>
              <a:tr h="2927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Host on LIMA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200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13512620"/>
                  </a:ext>
                </a:extLst>
              </a:tr>
              <a:tr h="2927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Host on LIMA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300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09200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8509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8EFAFC-3B12-45F6-8E2F-67E81962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3997" y="304232"/>
            <a:ext cx="3964005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LIMA verification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7D6DAC-3DDA-4F3E-B6F5-A19C337A4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258" y="1557232"/>
            <a:ext cx="6801189" cy="43230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FD6101-FA91-4F93-8CFA-730D900C7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75" y="1359842"/>
            <a:ext cx="4177361" cy="519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206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8EFAFC-3B12-45F6-8E2F-67E81962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5704" y="2855399"/>
            <a:ext cx="3964005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BELGUM verification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D9768F4-5A2D-45EA-B034-44DB4E27D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048738"/>
              </p:ext>
            </p:extLst>
          </p:nvPr>
        </p:nvGraphicFramePr>
        <p:xfrm>
          <a:off x="444675" y="429493"/>
          <a:ext cx="6288065" cy="28436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2665">
                  <a:extLst>
                    <a:ext uri="{9D8B030D-6E8A-4147-A177-3AD203B41FA5}">
                      <a16:colId xmlns:a16="http://schemas.microsoft.com/office/drawing/2014/main" val="2733231300"/>
                    </a:ext>
                  </a:extLst>
                </a:gridCol>
                <a:gridCol w="1673849">
                  <a:extLst>
                    <a:ext uri="{9D8B030D-6E8A-4147-A177-3AD203B41FA5}">
                      <a16:colId xmlns:a16="http://schemas.microsoft.com/office/drawing/2014/main" val="203778283"/>
                    </a:ext>
                  </a:extLst>
                </a:gridCol>
                <a:gridCol w="1350378">
                  <a:extLst>
                    <a:ext uri="{9D8B030D-6E8A-4147-A177-3AD203B41FA5}">
                      <a16:colId xmlns:a16="http://schemas.microsoft.com/office/drawing/2014/main" val="612087404"/>
                    </a:ext>
                  </a:extLst>
                </a:gridCol>
                <a:gridCol w="1861173">
                  <a:extLst>
                    <a:ext uri="{9D8B030D-6E8A-4147-A177-3AD203B41FA5}">
                      <a16:colId xmlns:a16="http://schemas.microsoft.com/office/drawing/2014/main" val="3206633897"/>
                    </a:ext>
                  </a:extLst>
                </a:gridCol>
              </a:tblGrid>
              <a:tr h="5948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SOURCE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DESTINATION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PROTOCOL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EXPECTED RESULT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5587816"/>
                  </a:ext>
                </a:extLst>
              </a:tr>
              <a:tr h="3177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SYSLOG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ISP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HTTP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17620728"/>
                  </a:ext>
                </a:extLst>
              </a:tr>
              <a:tr h="3177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SYSLOG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GERMANY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12299909"/>
                  </a:ext>
                </a:extLst>
              </a:tr>
              <a:tr h="3177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SYSLOG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LIMA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12265305"/>
                  </a:ext>
                </a:extLst>
              </a:tr>
              <a:tr h="3177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SYSLOG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SNMP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94760506"/>
                  </a:ext>
                </a:extLst>
              </a:tr>
              <a:tr h="3177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SYSLOG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100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105020"/>
                  </a:ext>
                </a:extLst>
              </a:tr>
              <a:tr h="3177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SYSLOG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200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89192554"/>
                  </a:ext>
                </a:extLst>
              </a:tr>
              <a:tr h="3177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SYSLOG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300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ICMP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8719526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F96C50-9ED7-4832-98ED-BBC4B77A74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920255"/>
              </p:ext>
            </p:extLst>
          </p:nvPr>
        </p:nvGraphicFramePr>
        <p:xfrm>
          <a:off x="444675" y="3429000"/>
          <a:ext cx="6288065" cy="2819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9177">
                  <a:extLst>
                    <a:ext uri="{9D8B030D-6E8A-4147-A177-3AD203B41FA5}">
                      <a16:colId xmlns:a16="http://schemas.microsoft.com/office/drawing/2014/main" val="2471046847"/>
                    </a:ext>
                  </a:extLst>
                </a:gridCol>
                <a:gridCol w="1665962">
                  <a:extLst>
                    <a:ext uri="{9D8B030D-6E8A-4147-A177-3AD203B41FA5}">
                      <a16:colId xmlns:a16="http://schemas.microsoft.com/office/drawing/2014/main" val="1692317383"/>
                    </a:ext>
                  </a:extLst>
                </a:gridCol>
                <a:gridCol w="1346548">
                  <a:extLst>
                    <a:ext uri="{9D8B030D-6E8A-4147-A177-3AD203B41FA5}">
                      <a16:colId xmlns:a16="http://schemas.microsoft.com/office/drawing/2014/main" val="3220021536"/>
                    </a:ext>
                  </a:extLst>
                </a:gridCol>
                <a:gridCol w="1866378">
                  <a:extLst>
                    <a:ext uri="{9D8B030D-6E8A-4147-A177-3AD203B41FA5}">
                      <a16:colId xmlns:a16="http://schemas.microsoft.com/office/drawing/2014/main" val="100313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SOURCE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DESTINATION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PROTOCOL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EXPECTED RESULT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7949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SNMP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ISP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HTTP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48695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SNMP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GERMANY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ICMP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91847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SNMP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LIMA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32170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SNMP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SYSLOG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ICMP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60863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SNMP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100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0549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SNMP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200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69463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SNMP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VLAN 300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ICMP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PASS</a:t>
                      </a:r>
                      <a:endParaRPr lang="en-US" sz="20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65224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6029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8EFAFC-3B12-45F6-8E2F-67E81962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804" y="304232"/>
            <a:ext cx="4940391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BELGUM verification</a:t>
            </a:r>
            <a:br>
              <a:rPr lang="en-US" sz="3600" dirty="0"/>
            </a:br>
            <a:r>
              <a:rPr lang="en-US" sz="3600" dirty="0"/>
              <a:t>(SYSLOG)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ED19D0-335A-4C83-9405-B052D3268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258" y="1557232"/>
            <a:ext cx="6801189" cy="4323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9774BD-67E9-4641-8858-12D9CE46C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5" y="1453830"/>
            <a:ext cx="5059899" cy="460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0337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8EFAFC-3B12-45F6-8E2F-67E81962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804" y="304232"/>
            <a:ext cx="4940391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SYSLOG VERIFICAITON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4BE2F6-85E2-481B-947C-4F31DB35B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880" y="1139715"/>
            <a:ext cx="9144000" cy="556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7579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8EFAFC-3B12-45F6-8E2F-67E81962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431" y="310810"/>
            <a:ext cx="4835137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BELGUM verification</a:t>
            </a:r>
            <a:br>
              <a:rPr lang="en-US" sz="3600" dirty="0"/>
            </a:br>
            <a:r>
              <a:rPr lang="en-US" sz="3600" dirty="0"/>
              <a:t>(SNMP)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ED19D0-335A-4C83-9405-B052D3268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258" y="1557232"/>
            <a:ext cx="6801189" cy="43230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C130CA6-9B3F-4A60-9DB4-3E2AF681E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73" y="1442437"/>
            <a:ext cx="4325907" cy="455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8436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8EFAFC-3B12-45F6-8E2F-67E81962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431" y="310810"/>
            <a:ext cx="4835137" cy="83548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SNMP VERIFICAITON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B8CF73-E7A1-4B3A-98F1-65B734F5D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111" y="1312564"/>
            <a:ext cx="9773777" cy="496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7216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Question Mark PNG Transparent Images ...">
            <a:extLst>
              <a:ext uri="{FF2B5EF4-FFF2-40B4-BE49-F238E27FC236}">
                <a16:creationId xmlns:a16="http://schemas.microsoft.com/office/drawing/2014/main" id="{D914AF1B-5977-4EF5-9774-F1422B062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090" y="1507005"/>
            <a:ext cx="3441820" cy="3441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20773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/>
          <a:lstStyle/>
          <a:p>
            <a:r>
              <a:rPr lang="en-US" dirty="0"/>
              <a:t>Darren Huynh</a:t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B53FD5-8F3E-4406-8404-9F78B5E6376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B133F63F-9110-40E7-9727-485934F415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8EFD9E-464D-4A64-8503-21EC02601551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1295</TotalTime>
  <Words>1098</Words>
  <Application>Microsoft Office PowerPoint</Application>
  <PresentationFormat>Widescreen</PresentationFormat>
  <Paragraphs>669</Paragraphs>
  <Slides>47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Calibri</vt:lpstr>
      <vt:lpstr>Tenorite</vt:lpstr>
      <vt:lpstr>Custom</vt:lpstr>
      <vt:lpstr>Visio</vt:lpstr>
      <vt:lpstr>DDH networks Case study 2025</vt:lpstr>
      <vt:lpstr>Objectives</vt:lpstr>
      <vt:lpstr>PHASE 1: LAN/WAN and INTERFACES</vt:lpstr>
      <vt:lpstr>PowerPoint Presentation</vt:lpstr>
      <vt:lpstr>VLSM SCHEME</vt:lpstr>
      <vt:lpstr>LOGICAL TOPOLOGY</vt:lpstr>
      <vt:lpstr>COLORADO INTERFACES</vt:lpstr>
      <vt:lpstr>GERMANY INTERFACES</vt:lpstr>
      <vt:lpstr>LIMA INTERFACES</vt:lpstr>
      <vt:lpstr>BELGUM INTERFACES</vt:lpstr>
      <vt:lpstr>PHASE 2:  OSPFv2 and Ripv2</vt:lpstr>
      <vt:lpstr>OSPFv2 and ripv2</vt:lpstr>
      <vt:lpstr>OSPFv2 and ripv2</vt:lpstr>
      <vt:lpstr>PHASE 3:  CONFIGURATIONS</vt:lpstr>
      <vt:lpstr>NAT with pat  Configs</vt:lpstr>
      <vt:lpstr>NAT with pat  Configs</vt:lpstr>
      <vt:lpstr>GRE TUNNEL</vt:lpstr>
      <vt:lpstr>IPsec Configs</vt:lpstr>
      <vt:lpstr>IPsec Configs</vt:lpstr>
      <vt:lpstr>GERMANY ACL</vt:lpstr>
      <vt:lpstr>PHASE 3:  DHCP AND VLAN</vt:lpstr>
      <vt:lpstr>DHCP POOLS</vt:lpstr>
      <vt:lpstr>DHCP CONFIGS</vt:lpstr>
      <vt:lpstr>VLANs</vt:lpstr>
      <vt:lpstr>PHASE 4:  TESTING AND VERIFICATION</vt:lpstr>
      <vt:lpstr>TESTING AND VERIFICATION</vt:lpstr>
      <vt:lpstr>NAT VERIFICAITON</vt:lpstr>
      <vt:lpstr>IPsec Verification</vt:lpstr>
      <vt:lpstr>IPsec Verification</vt:lpstr>
      <vt:lpstr>GERMANY VERIFICATION</vt:lpstr>
      <vt:lpstr>GERMANY VERIFICATION</vt:lpstr>
      <vt:lpstr>GERMANY VERIFICATION</vt:lpstr>
      <vt:lpstr>Colorado VLAN 100 verification</vt:lpstr>
      <vt:lpstr>Colorado VLAN 100 verification</vt:lpstr>
      <vt:lpstr>Colorado VLAN 200 verification</vt:lpstr>
      <vt:lpstr>Colorado VLAN 200 verification</vt:lpstr>
      <vt:lpstr>Colorado VLAN 300 verification</vt:lpstr>
      <vt:lpstr>Colorado VLAN 300 verification</vt:lpstr>
      <vt:lpstr>LIMA verification</vt:lpstr>
      <vt:lpstr>LIMA verification</vt:lpstr>
      <vt:lpstr>BELGUM verification</vt:lpstr>
      <vt:lpstr>BELGUM verification (SYSLOG)</vt:lpstr>
      <vt:lpstr>SYSLOG VERIFICAITON</vt:lpstr>
      <vt:lpstr>BELGUM verification (SNMP)</vt:lpstr>
      <vt:lpstr>SNMP VERIFICAITON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MH401 Student</cp:lastModifiedBy>
  <cp:revision>180</cp:revision>
  <dcterms:created xsi:type="dcterms:W3CDTF">2025-02-25T23:53:25Z</dcterms:created>
  <dcterms:modified xsi:type="dcterms:W3CDTF">2025-05-03T00:32:23Z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